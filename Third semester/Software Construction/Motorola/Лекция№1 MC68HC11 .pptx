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embeddedFontLst>
    <p:embeddedFont>
      <p:font typeface="Century Gothic" panose="020B050202020202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9ebf8f76f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9ebf8f76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c9ebf8f76f_0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c9ebf8f76f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c9ebf8f76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c9ebf8f7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c9ebf8f76f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c9ebf8f76f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c9ebf8f76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c9ebf8f7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c9ebf8f76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c9ebf8f76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c9ebf8f76f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2c9ebf8f76f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c9ebf8f76f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c9ebf8f76f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c9f0438e4c_1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c9f0438e4c_1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sz="1400">
                <a:solidFill>
                  <a:schemeClr val="dk1"/>
                </a:solidFill>
                <a:latin typeface="Times New Roman"/>
                <a:ea typeface="Times New Roman"/>
                <a:cs typeface="Times New Roman"/>
                <a:sym typeface="Times New Roman"/>
              </a:rPr>
              <a:t>–Почему 1 килобайт = 1024 байта, а не 1000?</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Берем 1 бит, можем оперировать двумя значениями 0 и 1</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2 бита - 4 значения, 0-3</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3 бита - 8, 0-7</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4 бита - 16, 0-15</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5 бит - 32, 0-31</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6 бит - 64, 0-63</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7 бит - 128, 0-127</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8 бит - 256, 0-255</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9 бит - 512, 0-511</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10 бит - 1024, 0-1023</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Нет такого набора бит, чтобы мы могли оперировать ровно 1000 значений. 9 бит мало, а 10 бит позволяют оперировать уже 1024 значениями. Ограничивать себя искусственно нет смысла.</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Поэтому на железном уровне в качестве адресации используются степени двойки, чтобы максимально эффективно использовать все используемые биты и память.</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Следовательно ближайшее к 1000 "компьютерное" число это 1024, отсюда в килобайте 1024 байт.</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Для бизнеса это оказалось не очень удобно. И вообще много технических моментов обычным пользователям непонятно почему и как, например с теми же жесткими дисками, когда объем не отформатированного диска и отформатированного может отличаться на заметные процентов 10-15.</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Кроме того, в системе Си, приставки кило, мега, и так далее всегда означали 1000 чего-то. Поэтому с исторически сложившимся 1024 в ИТ отрасли сложилась некомфортная ситуация. Для исправления и появились новые названия, кибибайты, мегибайты, а килобайты и мегабайты по общепринятой системе Си теперь кратны 1000. Но это важно для стандартизации, маркетинга, а не для программирования.</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ru" sz="1400">
                <a:solidFill>
                  <a:schemeClr val="dk1"/>
                </a:solidFill>
                <a:latin typeface="Times New Roman"/>
                <a:ea typeface="Times New Roman"/>
                <a:cs typeface="Times New Roman"/>
                <a:sym typeface="Times New Roman"/>
              </a:rPr>
              <a:t>В программировании ничего не изменилось, и как бы их не называли кибибайт или килобайт, при программировании оперируют степенями двойки, а не десятки.</a:t>
            </a:r>
            <a:endParaRPr sz="14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9ebf8f76f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9ebf8f76f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c9f0438e4c_1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c9f0438e4c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c9f0438e4c_1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c9f0438e4c_1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c9f0438e4c_1_1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c9f0438e4c_1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c9ebf8f76f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c9ebf8f76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c9ebf8f76f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c9ebf8f76f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c9ebf8f76f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2c9ebf8f76f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c9ebf8f76f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c9ebf8f76f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c9f0438e4c_1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c9f0438e4c_1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c9ebf8f76f_0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c9ebf8f76f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c9ebf8f76f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c9ebf8f76f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c9f0438e4c_1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2c9f0438e4c_1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c9f0438e4c_1_2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c9f0438e4c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c9f0438e4c_1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c9f0438e4c_1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c9f0438e4c_1_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c9f0438e4c_1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c9f0438e4c_1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2c9f0438e4c_1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c9ebf8f76f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2c9ebf8f76f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c9ebf8f76f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c9ebf8f76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c9ebf8f76f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c9ebf8f76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c9ebf8f76f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c9ebf8f76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c9ebf8f76f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c9ebf8f76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c9ebf8f76f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2c9ebf8f76f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c9ebf8f76f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2c9ebf8f76f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2c9ebf8f76f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2c9ebf8f76f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c9ebf8f76f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c9ebf8f76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sz="1400" i="1">
                <a:solidFill>
                  <a:schemeClr val="dk1"/>
                </a:solidFill>
                <a:latin typeface="Times New Roman"/>
                <a:ea typeface="Times New Roman"/>
                <a:cs typeface="Times New Roman"/>
                <a:sym typeface="Times New Roman"/>
              </a:rPr>
              <a:t>Примечание</a:t>
            </a:r>
            <a:r>
              <a:rPr lang="ru"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ru" sz="1400">
                <a:solidFill>
                  <a:schemeClr val="dk1"/>
                </a:solidFill>
                <a:latin typeface="Times New Roman"/>
                <a:ea typeface="Times New Roman"/>
                <a:cs typeface="Times New Roman"/>
                <a:sym typeface="Times New Roman"/>
              </a:rPr>
              <a:t>* – команды, использующие расширенную и индексную адресацию;</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 – команды, использующие непосредственную, прямую, расширенную и</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индексную адресацию;</a:t>
            </a:r>
            <a:endParaRPr sz="14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 – команды, использующие прямую, расширенную и индексную адресацию.</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400">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2c9f0438e4c_1_3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2c9f0438e4c_1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c9f0438e4c_1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2c9f0438e4c_1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c9ebf8f76f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2c9ebf8f76f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2c9f0438e4c_1_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2c9f0438e4c_1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c9f0438e4c_1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2c9f0438e4c_1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c9f0438e4c_1_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c9f0438e4c_1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c9f0438e4c_1_3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2c9f0438e4c_1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слайд"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256050" y="266300"/>
            <a:ext cx="7229400" cy="819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2"/>
              </a:buClr>
              <a:buSzPts val="2650"/>
              <a:buNone/>
              <a:defRPr sz="2650" b="1"/>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 name="Google Shape;19;p2"/>
          <p:cNvSpPr txBox="1">
            <a:spLocks noGrp="1"/>
          </p:cNvSpPr>
          <p:nvPr>
            <p:ph type="subTitle" idx="1"/>
          </p:nvPr>
        </p:nvSpPr>
        <p:spPr>
          <a:xfrm>
            <a:off x="866216" y="3583035"/>
            <a:ext cx="6619200" cy="646200"/>
          </a:xfrm>
          <a:prstGeom prst="rect">
            <a:avLst/>
          </a:prstGeom>
          <a:noFill/>
          <a:ln>
            <a:noFill/>
          </a:ln>
        </p:spPr>
        <p:txBody>
          <a:bodyPr spcFirstLastPara="1" wrap="square" lIns="68575" tIns="34275" rIns="68575" bIns="34275" anchor="t" anchorCtr="0">
            <a:normAutofit/>
          </a:bodyPr>
          <a:lstStyle>
            <a:lvl1pPr lvl="0" algn="l">
              <a:spcBef>
                <a:spcPts val="800"/>
              </a:spcBef>
              <a:spcAft>
                <a:spcPts val="0"/>
              </a:spcAft>
              <a:buSzPts val="1200"/>
              <a:buNone/>
              <a:defRPr cap="none">
                <a:solidFill>
                  <a:schemeClr val="dk2"/>
                </a:solidFill>
              </a:defRPr>
            </a:lvl1pPr>
            <a:lvl2pPr lvl="1" algn="ctr">
              <a:spcBef>
                <a:spcPts val="800"/>
              </a:spcBef>
              <a:spcAft>
                <a:spcPts val="0"/>
              </a:spcAft>
              <a:buSzPts val="1100"/>
              <a:buNone/>
              <a:defRPr>
                <a:solidFill>
                  <a:srgbClr val="898989"/>
                </a:solidFill>
              </a:defRPr>
            </a:lvl2pPr>
            <a:lvl3pPr lvl="2" algn="ctr">
              <a:spcBef>
                <a:spcPts val="800"/>
              </a:spcBef>
              <a:spcAft>
                <a:spcPts val="0"/>
              </a:spcAft>
              <a:buSzPts val="1000"/>
              <a:buNone/>
              <a:defRPr>
                <a:solidFill>
                  <a:srgbClr val="898989"/>
                </a:solidFill>
              </a:defRPr>
            </a:lvl3pPr>
            <a:lvl4pPr lvl="3" algn="ctr">
              <a:spcBef>
                <a:spcPts val="800"/>
              </a:spcBef>
              <a:spcAft>
                <a:spcPts val="0"/>
              </a:spcAft>
              <a:buSzPts val="800"/>
              <a:buNone/>
              <a:defRPr>
                <a:solidFill>
                  <a:srgbClr val="898989"/>
                </a:solidFill>
              </a:defRPr>
            </a:lvl4pPr>
            <a:lvl5pPr lvl="4" algn="ctr">
              <a:spcBef>
                <a:spcPts val="800"/>
              </a:spcBef>
              <a:spcAft>
                <a:spcPts val="0"/>
              </a:spcAft>
              <a:buSzPts val="800"/>
              <a:buNone/>
              <a:defRPr>
                <a:solidFill>
                  <a:srgbClr val="898989"/>
                </a:solidFill>
              </a:defRPr>
            </a:lvl5pPr>
            <a:lvl6pPr lvl="5" algn="ctr">
              <a:spcBef>
                <a:spcPts val="800"/>
              </a:spcBef>
              <a:spcAft>
                <a:spcPts val="0"/>
              </a:spcAft>
              <a:buSzPts val="800"/>
              <a:buNone/>
              <a:defRPr>
                <a:solidFill>
                  <a:srgbClr val="898989"/>
                </a:solidFill>
              </a:defRPr>
            </a:lvl6pPr>
            <a:lvl7pPr lvl="6" algn="ctr">
              <a:spcBef>
                <a:spcPts val="800"/>
              </a:spcBef>
              <a:spcAft>
                <a:spcPts val="0"/>
              </a:spcAft>
              <a:buSzPts val="800"/>
              <a:buNone/>
              <a:defRPr>
                <a:solidFill>
                  <a:srgbClr val="898989"/>
                </a:solidFill>
              </a:defRPr>
            </a:lvl7pPr>
            <a:lvl8pPr lvl="7" algn="ctr">
              <a:spcBef>
                <a:spcPts val="800"/>
              </a:spcBef>
              <a:spcAft>
                <a:spcPts val="0"/>
              </a:spcAft>
              <a:buSzPts val="800"/>
              <a:buNone/>
              <a:defRPr>
                <a:solidFill>
                  <a:srgbClr val="898989"/>
                </a:solidFill>
              </a:defRPr>
            </a:lvl8pPr>
            <a:lvl9pPr lvl="8" algn="ctr">
              <a:spcBef>
                <a:spcPts val="800"/>
              </a:spcBef>
              <a:spcAft>
                <a:spcPts val="0"/>
              </a:spcAft>
              <a:buSzPts val="800"/>
              <a:buNone/>
              <a:defRPr>
                <a:solidFill>
                  <a:srgbClr val="898989"/>
                </a:solidFill>
              </a:defRPr>
            </a:lvl9pPr>
          </a:lstStyle>
          <a:p>
            <a:endParaRPr/>
          </a:p>
        </p:txBody>
      </p:sp>
      <p:sp>
        <p:nvSpPr>
          <p:cNvPr id="20" name="Google Shape;20;p2"/>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Google Shape;21;p2"/>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Google Shape;22;p2"/>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484575" y="339547"/>
            <a:ext cx="7053600" cy="7428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lt2"/>
              </a:buClr>
              <a:buSzPts val="2650"/>
              <a:buNone/>
              <a:defRPr sz="2650" b="1"/>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5" name="Google Shape;25;p3"/>
          <p:cNvSpPr txBox="1">
            <a:spLocks noGrp="1"/>
          </p:cNvSpPr>
          <p:nvPr>
            <p:ph type="body" idx="1"/>
          </p:nvPr>
        </p:nvSpPr>
        <p:spPr>
          <a:xfrm>
            <a:off x="827484" y="1539689"/>
            <a:ext cx="6709800" cy="3146700"/>
          </a:xfrm>
          <a:prstGeom prst="rect">
            <a:avLst/>
          </a:prstGeom>
          <a:noFill/>
          <a:ln>
            <a:noFill/>
          </a:ln>
        </p:spPr>
        <p:txBody>
          <a:bodyPr spcFirstLastPara="1" wrap="square" lIns="68575" tIns="34275" rIns="68575" bIns="34275" anchor="t" anchorCtr="0">
            <a:normAutofit/>
          </a:bodyPr>
          <a:lstStyle>
            <a:lvl1pPr marL="457200" lvl="0" indent="-298450" algn="l">
              <a:spcBef>
                <a:spcPts val="800"/>
              </a:spcBef>
              <a:spcAft>
                <a:spcPts val="0"/>
              </a:spcAft>
              <a:buSzPts val="1100"/>
              <a:buChar char="►"/>
              <a:defRPr/>
            </a:lvl1pPr>
            <a:lvl2pPr marL="914400" lvl="1" indent="-298450" algn="l">
              <a:spcBef>
                <a:spcPts val="800"/>
              </a:spcBef>
              <a:spcAft>
                <a:spcPts val="0"/>
              </a:spcAft>
              <a:buSzPts val="1100"/>
              <a:buChar char="►"/>
              <a:defRPr/>
            </a:lvl2pPr>
            <a:lvl3pPr marL="1371600" lvl="2" indent="-298450" algn="l">
              <a:spcBef>
                <a:spcPts val="800"/>
              </a:spcBef>
              <a:spcAft>
                <a:spcPts val="0"/>
              </a:spcAft>
              <a:buSzPts val="1100"/>
              <a:buChar char="►"/>
              <a:defRPr/>
            </a:lvl3pPr>
            <a:lvl4pPr marL="1828800" lvl="3" indent="-298450" algn="l">
              <a:spcBef>
                <a:spcPts val="800"/>
              </a:spcBef>
              <a:spcAft>
                <a:spcPts val="0"/>
              </a:spcAft>
              <a:buSzPts val="1100"/>
              <a:buChar char="►"/>
              <a:defRPr/>
            </a:lvl4pPr>
            <a:lvl5pPr marL="2286000" lvl="4" indent="-298450" algn="l">
              <a:spcBef>
                <a:spcPts val="800"/>
              </a:spcBef>
              <a:spcAft>
                <a:spcPts val="0"/>
              </a:spcAft>
              <a:buSzPts val="1100"/>
              <a:buChar char="►"/>
              <a:defRPr/>
            </a:lvl5pPr>
            <a:lvl6pPr marL="2743200" lvl="5" indent="-298450" algn="l">
              <a:spcBef>
                <a:spcPts val="800"/>
              </a:spcBef>
              <a:spcAft>
                <a:spcPts val="0"/>
              </a:spcAft>
              <a:buSzPts val="1100"/>
              <a:buChar char="►"/>
              <a:defRPr/>
            </a:lvl6pPr>
            <a:lvl7pPr marL="3200400" lvl="6" indent="-298450" algn="l">
              <a:spcBef>
                <a:spcPts val="800"/>
              </a:spcBef>
              <a:spcAft>
                <a:spcPts val="0"/>
              </a:spcAft>
              <a:buSzPts val="1100"/>
              <a:buChar char="►"/>
              <a:defRPr/>
            </a:lvl7pPr>
            <a:lvl8pPr marL="3657600" lvl="7" indent="-298450" algn="l">
              <a:spcBef>
                <a:spcPts val="800"/>
              </a:spcBef>
              <a:spcAft>
                <a:spcPts val="0"/>
              </a:spcAft>
              <a:buSzPts val="1100"/>
              <a:buChar char="►"/>
              <a:defRPr/>
            </a:lvl8pPr>
            <a:lvl9pPr marL="4114800" lvl="8" indent="-298450" algn="l">
              <a:spcBef>
                <a:spcPts val="800"/>
              </a:spcBef>
              <a:spcAft>
                <a:spcPts val="0"/>
              </a:spcAft>
              <a:buSzPts val="1100"/>
              <a:buChar char="►"/>
              <a:defRPr/>
            </a:lvl9pPr>
          </a:lstStyle>
          <a:p>
            <a:endParaRPr/>
          </a:p>
        </p:txBody>
      </p:sp>
      <p:sp>
        <p:nvSpPr>
          <p:cNvPr id="26" name="Google Shape;26;p3"/>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Google Shape;27;p3"/>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Google Shape;28;p3"/>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29"/>
        <p:cNvGrpSpPr/>
        <p:nvPr/>
      </p:nvGrpSpPr>
      <p:grpSpPr>
        <a:xfrm>
          <a:off x="0" y="0"/>
          <a:ext cx="0" cy="0"/>
          <a:chOff x="0" y="0"/>
          <a:chExt cx="0" cy="0"/>
        </a:xfrm>
      </p:grpSpPr>
      <p:sp>
        <p:nvSpPr>
          <p:cNvPr id="30" name="Google Shape;30;p4"/>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Google Shape;31;p4"/>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2" name="Google Shape;32;p4"/>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Заголовок раздела" type="secHead">
  <p:cSld name="SECTION_HEADER">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66217" y="2146300"/>
            <a:ext cx="6619200" cy="14367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2"/>
              </a:buClr>
              <a:buSzPts val="3000"/>
              <a:buFont typeface="Century Gothic"/>
              <a:buNone/>
              <a:defRPr sz="3000" b="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Google Shape;35;p5"/>
          <p:cNvSpPr txBox="1">
            <a:spLocks noGrp="1"/>
          </p:cNvSpPr>
          <p:nvPr>
            <p:ph type="body" idx="1"/>
          </p:nvPr>
        </p:nvSpPr>
        <p:spPr>
          <a:xfrm>
            <a:off x="866216" y="3583036"/>
            <a:ext cx="6619200" cy="6453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1200"/>
              <a:buNone/>
              <a:defRPr sz="1500" cap="none">
                <a:solidFill>
                  <a:schemeClr val="dk2"/>
                </a:solidFill>
              </a:defRPr>
            </a:lvl1pPr>
            <a:lvl2pPr marL="914400" lvl="1" indent="-228600" algn="l">
              <a:spcBef>
                <a:spcPts val="800"/>
              </a:spcBef>
              <a:spcAft>
                <a:spcPts val="0"/>
              </a:spcAft>
              <a:buSzPts val="1100"/>
              <a:buNone/>
              <a:defRPr sz="1400">
                <a:solidFill>
                  <a:srgbClr val="898989"/>
                </a:solidFill>
              </a:defRPr>
            </a:lvl2pPr>
            <a:lvl3pPr marL="1371600" lvl="2" indent="-228600" algn="l">
              <a:spcBef>
                <a:spcPts val="800"/>
              </a:spcBef>
              <a:spcAft>
                <a:spcPts val="0"/>
              </a:spcAft>
              <a:buSzPts val="1000"/>
              <a:buNone/>
              <a:defRPr sz="1200">
                <a:solidFill>
                  <a:srgbClr val="898989"/>
                </a:solidFill>
              </a:defRPr>
            </a:lvl3pPr>
            <a:lvl4pPr marL="1828800" lvl="3" indent="-228600" algn="l">
              <a:spcBef>
                <a:spcPts val="800"/>
              </a:spcBef>
              <a:spcAft>
                <a:spcPts val="0"/>
              </a:spcAft>
              <a:buSzPts val="800"/>
              <a:buNone/>
              <a:defRPr sz="1100">
                <a:solidFill>
                  <a:srgbClr val="898989"/>
                </a:solidFill>
              </a:defRPr>
            </a:lvl4pPr>
            <a:lvl5pPr marL="2286000" lvl="4" indent="-228600" algn="l">
              <a:spcBef>
                <a:spcPts val="800"/>
              </a:spcBef>
              <a:spcAft>
                <a:spcPts val="0"/>
              </a:spcAft>
              <a:buSzPts val="800"/>
              <a:buNone/>
              <a:defRPr sz="1100">
                <a:solidFill>
                  <a:srgbClr val="898989"/>
                </a:solidFill>
              </a:defRPr>
            </a:lvl5pPr>
            <a:lvl6pPr marL="2743200" lvl="5" indent="-228600" algn="l">
              <a:spcBef>
                <a:spcPts val="800"/>
              </a:spcBef>
              <a:spcAft>
                <a:spcPts val="0"/>
              </a:spcAft>
              <a:buSzPts val="800"/>
              <a:buNone/>
              <a:defRPr sz="1100">
                <a:solidFill>
                  <a:srgbClr val="898989"/>
                </a:solidFill>
              </a:defRPr>
            </a:lvl6pPr>
            <a:lvl7pPr marL="3200400" lvl="6" indent="-228600" algn="l">
              <a:spcBef>
                <a:spcPts val="800"/>
              </a:spcBef>
              <a:spcAft>
                <a:spcPts val="0"/>
              </a:spcAft>
              <a:buSzPts val="800"/>
              <a:buNone/>
              <a:defRPr sz="1100">
                <a:solidFill>
                  <a:srgbClr val="898989"/>
                </a:solidFill>
              </a:defRPr>
            </a:lvl7pPr>
            <a:lvl8pPr marL="3657600" lvl="7" indent="-228600" algn="l">
              <a:spcBef>
                <a:spcPts val="800"/>
              </a:spcBef>
              <a:spcAft>
                <a:spcPts val="0"/>
              </a:spcAft>
              <a:buSzPts val="800"/>
              <a:buNone/>
              <a:defRPr sz="1100">
                <a:solidFill>
                  <a:srgbClr val="898989"/>
                </a:solidFill>
              </a:defRPr>
            </a:lvl8pPr>
            <a:lvl9pPr marL="4114800" lvl="8" indent="-228600" algn="l">
              <a:spcBef>
                <a:spcPts val="800"/>
              </a:spcBef>
              <a:spcAft>
                <a:spcPts val="0"/>
              </a:spcAft>
              <a:buSzPts val="800"/>
              <a:buNone/>
              <a:defRPr sz="1100">
                <a:solidFill>
                  <a:srgbClr val="898989"/>
                </a:solidFill>
              </a:defRPr>
            </a:lvl9pPr>
          </a:lstStyle>
          <a:p>
            <a:endParaRPr/>
          </a:p>
        </p:txBody>
      </p:sp>
      <p:sp>
        <p:nvSpPr>
          <p:cNvPr id="36" name="Google Shape;36;p5"/>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7" name="Google Shape;37;p5"/>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8" name="Google Shape;38;p5"/>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Два объекта" type="twoObj">
  <p:cSld name="TWO_OBJECTS">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84583" y="339539"/>
            <a:ext cx="7053600" cy="10503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lt2"/>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1" name="Google Shape;41;p6"/>
          <p:cNvSpPr txBox="1">
            <a:spLocks noGrp="1"/>
          </p:cNvSpPr>
          <p:nvPr>
            <p:ph type="body" idx="1"/>
          </p:nvPr>
        </p:nvSpPr>
        <p:spPr>
          <a:xfrm>
            <a:off x="827484" y="1545431"/>
            <a:ext cx="3297300" cy="3146700"/>
          </a:xfrm>
          <a:prstGeom prst="rect">
            <a:avLst/>
          </a:prstGeom>
          <a:noFill/>
          <a:ln>
            <a:noFill/>
          </a:ln>
        </p:spPr>
        <p:txBody>
          <a:bodyPr spcFirstLastPara="1" wrap="square" lIns="68575" tIns="34275" rIns="68575" bIns="34275" anchor="t" anchorCtr="0">
            <a:normAutofit/>
          </a:bodyPr>
          <a:lstStyle>
            <a:lvl1pPr marL="457200" lvl="0" indent="-298450" algn="l">
              <a:spcBef>
                <a:spcPts val="800"/>
              </a:spcBef>
              <a:spcAft>
                <a:spcPts val="0"/>
              </a:spcAft>
              <a:buSzPts val="1100"/>
              <a:buChar char="►"/>
              <a:defRPr sz="1400"/>
            </a:lvl1pPr>
            <a:lvl2pPr marL="914400" lvl="1" indent="-292100" algn="l">
              <a:spcBef>
                <a:spcPts val="800"/>
              </a:spcBef>
              <a:spcAft>
                <a:spcPts val="0"/>
              </a:spcAft>
              <a:buSzPts val="1000"/>
              <a:buChar char="►"/>
              <a:defRPr sz="1200"/>
            </a:lvl2pPr>
            <a:lvl3pPr marL="1371600" lvl="2" indent="-279400" algn="l">
              <a:spcBef>
                <a:spcPts val="800"/>
              </a:spcBef>
              <a:spcAft>
                <a:spcPts val="0"/>
              </a:spcAft>
              <a:buSzPts val="800"/>
              <a:buChar char="►"/>
              <a:defRPr sz="1100"/>
            </a:lvl3pPr>
            <a:lvl4pPr marL="1828800" lvl="3" indent="-273050" algn="l">
              <a:spcBef>
                <a:spcPts val="800"/>
              </a:spcBef>
              <a:spcAft>
                <a:spcPts val="0"/>
              </a:spcAft>
              <a:buSzPts val="700"/>
              <a:buChar char="►"/>
              <a:defRPr sz="900"/>
            </a:lvl4pPr>
            <a:lvl5pPr marL="2286000" lvl="4" indent="-273050" algn="l">
              <a:spcBef>
                <a:spcPts val="800"/>
              </a:spcBef>
              <a:spcAft>
                <a:spcPts val="0"/>
              </a:spcAft>
              <a:buSzPts val="700"/>
              <a:buChar char="►"/>
              <a:defRPr sz="900"/>
            </a:lvl5pPr>
            <a:lvl6pPr marL="2743200" lvl="5" indent="-273050" algn="l">
              <a:spcBef>
                <a:spcPts val="800"/>
              </a:spcBef>
              <a:spcAft>
                <a:spcPts val="0"/>
              </a:spcAft>
              <a:buSzPts val="700"/>
              <a:buChar char="►"/>
              <a:defRPr sz="900"/>
            </a:lvl6pPr>
            <a:lvl7pPr marL="3200400" lvl="6" indent="-273050" algn="l">
              <a:spcBef>
                <a:spcPts val="800"/>
              </a:spcBef>
              <a:spcAft>
                <a:spcPts val="0"/>
              </a:spcAft>
              <a:buSzPts val="700"/>
              <a:buChar char="►"/>
              <a:defRPr sz="900"/>
            </a:lvl7pPr>
            <a:lvl8pPr marL="3657600" lvl="7" indent="-273050" algn="l">
              <a:spcBef>
                <a:spcPts val="800"/>
              </a:spcBef>
              <a:spcAft>
                <a:spcPts val="0"/>
              </a:spcAft>
              <a:buSzPts val="700"/>
              <a:buChar char="►"/>
              <a:defRPr sz="900"/>
            </a:lvl8pPr>
            <a:lvl9pPr marL="4114800" lvl="8" indent="-273050" algn="l">
              <a:spcBef>
                <a:spcPts val="800"/>
              </a:spcBef>
              <a:spcAft>
                <a:spcPts val="0"/>
              </a:spcAft>
              <a:buSzPts val="700"/>
              <a:buChar char="►"/>
              <a:defRPr sz="900"/>
            </a:lvl9pPr>
          </a:lstStyle>
          <a:p>
            <a:endParaRPr/>
          </a:p>
        </p:txBody>
      </p:sp>
      <p:sp>
        <p:nvSpPr>
          <p:cNvPr id="42" name="Google Shape;42;p6"/>
          <p:cNvSpPr txBox="1">
            <a:spLocks noGrp="1"/>
          </p:cNvSpPr>
          <p:nvPr>
            <p:ph type="body" idx="2"/>
          </p:nvPr>
        </p:nvSpPr>
        <p:spPr>
          <a:xfrm>
            <a:off x="4240870" y="1542069"/>
            <a:ext cx="3297300" cy="3150300"/>
          </a:xfrm>
          <a:prstGeom prst="rect">
            <a:avLst/>
          </a:prstGeom>
          <a:noFill/>
          <a:ln>
            <a:noFill/>
          </a:ln>
        </p:spPr>
        <p:txBody>
          <a:bodyPr spcFirstLastPara="1" wrap="square" lIns="68575" tIns="34275" rIns="68575" bIns="34275" anchor="t" anchorCtr="0">
            <a:normAutofit/>
          </a:bodyPr>
          <a:lstStyle>
            <a:lvl1pPr marL="457200" lvl="0" indent="-298450" algn="l">
              <a:spcBef>
                <a:spcPts val="800"/>
              </a:spcBef>
              <a:spcAft>
                <a:spcPts val="0"/>
              </a:spcAft>
              <a:buSzPts val="1100"/>
              <a:buChar char="►"/>
              <a:defRPr sz="1400"/>
            </a:lvl1pPr>
            <a:lvl2pPr marL="914400" lvl="1" indent="-292100" algn="l">
              <a:spcBef>
                <a:spcPts val="800"/>
              </a:spcBef>
              <a:spcAft>
                <a:spcPts val="0"/>
              </a:spcAft>
              <a:buSzPts val="1000"/>
              <a:buChar char="►"/>
              <a:defRPr sz="1200"/>
            </a:lvl2pPr>
            <a:lvl3pPr marL="1371600" lvl="2" indent="-279400" algn="l">
              <a:spcBef>
                <a:spcPts val="800"/>
              </a:spcBef>
              <a:spcAft>
                <a:spcPts val="0"/>
              </a:spcAft>
              <a:buSzPts val="800"/>
              <a:buChar char="►"/>
              <a:defRPr sz="1100"/>
            </a:lvl3pPr>
            <a:lvl4pPr marL="1828800" lvl="3" indent="-273050" algn="l">
              <a:spcBef>
                <a:spcPts val="800"/>
              </a:spcBef>
              <a:spcAft>
                <a:spcPts val="0"/>
              </a:spcAft>
              <a:buSzPts val="700"/>
              <a:buChar char="►"/>
              <a:defRPr sz="900"/>
            </a:lvl4pPr>
            <a:lvl5pPr marL="2286000" lvl="4" indent="-273050" algn="l">
              <a:spcBef>
                <a:spcPts val="800"/>
              </a:spcBef>
              <a:spcAft>
                <a:spcPts val="0"/>
              </a:spcAft>
              <a:buSzPts val="700"/>
              <a:buChar char="►"/>
              <a:defRPr sz="900"/>
            </a:lvl5pPr>
            <a:lvl6pPr marL="2743200" lvl="5" indent="-273050" algn="l">
              <a:spcBef>
                <a:spcPts val="800"/>
              </a:spcBef>
              <a:spcAft>
                <a:spcPts val="0"/>
              </a:spcAft>
              <a:buSzPts val="700"/>
              <a:buChar char="►"/>
              <a:defRPr sz="900"/>
            </a:lvl6pPr>
            <a:lvl7pPr marL="3200400" lvl="6" indent="-273050" algn="l">
              <a:spcBef>
                <a:spcPts val="800"/>
              </a:spcBef>
              <a:spcAft>
                <a:spcPts val="0"/>
              </a:spcAft>
              <a:buSzPts val="700"/>
              <a:buChar char="►"/>
              <a:defRPr sz="900"/>
            </a:lvl7pPr>
            <a:lvl8pPr marL="3657600" lvl="7" indent="-273050" algn="l">
              <a:spcBef>
                <a:spcPts val="800"/>
              </a:spcBef>
              <a:spcAft>
                <a:spcPts val="0"/>
              </a:spcAft>
              <a:buSzPts val="700"/>
              <a:buChar char="►"/>
              <a:defRPr sz="900"/>
            </a:lvl8pPr>
            <a:lvl9pPr marL="4114800" lvl="8" indent="-273050" algn="l">
              <a:spcBef>
                <a:spcPts val="800"/>
              </a:spcBef>
              <a:spcAft>
                <a:spcPts val="0"/>
              </a:spcAft>
              <a:buSzPts val="700"/>
              <a:buChar char="►"/>
              <a:defRPr sz="900"/>
            </a:lvl9pPr>
          </a:lstStyle>
          <a:p>
            <a:endParaRPr/>
          </a:p>
        </p:txBody>
      </p:sp>
      <p:sp>
        <p:nvSpPr>
          <p:cNvPr id="43" name="Google Shape;43;p6"/>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Google Shape;44;p6"/>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Google Shape;45;p6"/>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Сравнение" type="twoTxTwoObj">
  <p:cSld name="TWO_OBJECTS_WITH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484583" y="339539"/>
            <a:ext cx="7053600" cy="10503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lt2"/>
              </a:buClr>
              <a:buSzPts val="3200"/>
              <a:buFont typeface="Century Gothic"/>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Google Shape;48;p7"/>
          <p:cNvSpPr txBox="1">
            <a:spLocks noGrp="1"/>
          </p:cNvSpPr>
          <p:nvPr>
            <p:ph type="body" idx="1"/>
          </p:nvPr>
        </p:nvSpPr>
        <p:spPr>
          <a:xfrm>
            <a:off x="827485" y="1428750"/>
            <a:ext cx="3297300" cy="432300"/>
          </a:xfrm>
          <a:prstGeom prst="rect">
            <a:avLst/>
          </a:prstGeom>
          <a:noFill/>
          <a:ln>
            <a:noFill/>
          </a:ln>
        </p:spPr>
        <p:txBody>
          <a:bodyPr spcFirstLastPara="1" wrap="square" lIns="68575" tIns="34275" rIns="68575" bIns="34275" anchor="b" anchorCtr="0">
            <a:noAutofit/>
          </a:bodyPr>
          <a:lstStyle>
            <a:lvl1pPr marL="457200" lvl="0" indent="-228600" algn="l">
              <a:spcBef>
                <a:spcPts val="800"/>
              </a:spcBef>
              <a:spcAft>
                <a:spcPts val="0"/>
              </a:spcAft>
              <a:buSzPts val="1400"/>
              <a:buNone/>
              <a:defRPr sz="1800" b="0">
                <a:solidFill>
                  <a:schemeClr val="dk2"/>
                </a:solidFill>
              </a:defRPr>
            </a:lvl1pPr>
            <a:lvl2pPr marL="914400" lvl="1" indent="-228600" algn="l">
              <a:spcBef>
                <a:spcPts val="800"/>
              </a:spcBef>
              <a:spcAft>
                <a:spcPts val="0"/>
              </a:spcAft>
              <a:buSzPts val="1200"/>
              <a:buNone/>
              <a:defRPr sz="1500" b="1"/>
            </a:lvl2pPr>
            <a:lvl3pPr marL="1371600" lvl="2" indent="-228600" algn="l">
              <a:spcBef>
                <a:spcPts val="800"/>
              </a:spcBef>
              <a:spcAft>
                <a:spcPts val="0"/>
              </a:spcAft>
              <a:buSzPts val="1100"/>
              <a:buNone/>
              <a:defRPr sz="1400" b="1"/>
            </a:lvl3pPr>
            <a:lvl4pPr marL="1828800" lvl="3" indent="-228600" algn="l">
              <a:spcBef>
                <a:spcPts val="800"/>
              </a:spcBef>
              <a:spcAft>
                <a:spcPts val="0"/>
              </a:spcAft>
              <a:buSzPts val="1000"/>
              <a:buNone/>
              <a:defRPr sz="1200" b="1"/>
            </a:lvl4pPr>
            <a:lvl5pPr marL="2286000" lvl="4" indent="-228600" algn="l">
              <a:spcBef>
                <a:spcPts val="800"/>
              </a:spcBef>
              <a:spcAft>
                <a:spcPts val="0"/>
              </a:spcAft>
              <a:buSzPts val="1000"/>
              <a:buNone/>
              <a:defRPr sz="1200" b="1"/>
            </a:lvl5pPr>
            <a:lvl6pPr marL="2743200" lvl="5" indent="-228600" algn="l">
              <a:spcBef>
                <a:spcPts val="800"/>
              </a:spcBef>
              <a:spcAft>
                <a:spcPts val="0"/>
              </a:spcAft>
              <a:buSzPts val="1000"/>
              <a:buNone/>
              <a:defRPr sz="1200" b="1"/>
            </a:lvl6pPr>
            <a:lvl7pPr marL="3200400" lvl="6" indent="-228600" algn="l">
              <a:spcBef>
                <a:spcPts val="800"/>
              </a:spcBef>
              <a:spcAft>
                <a:spcPts val="0"/>
              </a:spcAft>
              <a:buSzPts val="1000"/>
              <a:buNone/>
              <a:defRPr sz="1200" b="1"/>
            </a:lvl7pPr>
            <a:lvl8pPr marL="3657600" lvl="7" indent="-228600" algn="l">
              <a:spcBef>
                <a:spcPts val="800"/>
              </a:spcBef>
              <a:spcAft>
                <a:spcPts val="0"/>
              </a:spcAft>
              <a:buSzPts val="1000"/>
              <a:buNone/>
              <a:defRPr sz="1200" b="1"/>
            </a:lvl8pPr>
            <a:lvl9pPr marL="4114800" lvl="8" indent="-228600" algn="l">
              <a:spcBef>
                <a:spcPts val="800"/>
              </a:spcBef>
              <a:spcAft>
                <a:spcPts val="0"/>
              </a:spcAft>
              <a:buSzPts val="1000"/>
              <a:buNone/>
              <a:defRPr sz="1200" b="1"/>
            </a:lvl9pPr>
          </a:lstStyle>
          <a:p>
            <a:endParaRPr/>
          </a:p>
        </p:txBody>
      </p:sp>
      <p:sp>
        <p:nvSpPr>
          <p:cNvPr id="49" name="Google Shape;49;p7"/>
          <p:cNvSpPr txBox="1">
            <a:spLocks noGrp="1"/>
          </p:cNvSpPr>
          <p:nvPr>
            <p:ph type="body" idx="2"/>
          </p:nvPr>
        </p:nvSpPr>
        <p:spPr>
          <a:xfrm>
            <a:off x="827484" y="1885950"/>
            <a:ext cx="3297300" cy="2806200"/>
          </a:xfrm>
          <a:prstGeom prst="rect">
            <a:avLst/>
          </a:prstGeom>
          <a:noFill/>
          <a:ln>
            <a:noFill/>
          </a:ln>
        </p:spPr>
        <p:txBody>
          <a:bodyPr spcFirstLastPara="1" wrap="square" lIns="68575" tIns="34275" rIns="68575" bIns="34275" anchor="t" anchorCtr="0">
            <a:normAutofit/>
          </a:bodyPr>
          <a:lstStyle>
            <a:lvl1pPr marL="457200" lvl="0" indent="-298450" algn="l">
              <a:spcBef>
                <a:spcPts val="800"/>
              </a:spcBef>
              <a:spcAft>
                <a:spcPts val="0"/>
              </a:spcAft>
              <a:buSzPts val="1100"/>
              <a:buChar char="►"/>
              <a:defRPr sz="1400"/>
            </a:lvl1pPr>
            <a:lvl2pPr marL="914400" lvl="1" indent="-292100" algn="l">
              <a:spcBef>
                <a:spcPts val="800"/>
              </a:spcBef>
              <a:spcAft>
                <a:spcPts val="0"/>
              </a:spcAft>
              <a:buSzPts val="1000"/>
              <a:buChar char="►"/>
              <a:defRPr sz="1200"/>
            </a:lvl2pPr>
            <a:lvl3pPr marL="1371600" lvl="2" indent="-279400" algn="l">
              <a:spcBef>
                <a:spcPts val="800"/>
              </a:spcBef>
              <a:spcAft>
                <a:spcPts val="0"/>
              </a:spcAft>
              <a:buSzPts val="800"/>
              <a:buChar char="►"/>
              <a:defRPr sz="1100"/>
            </a:lvl3pPr>
            <a:lvl4pPr marL="1828800" lvl="3" indent="-273050" algn="l">
              <a:spcBef>
                <a:spcPts val="800"/>
              </a:spcBef>
              <a:spcAft>
                <a:spcPts val="0"/>
              </a:spcAft>
              <a:buSzPts val="700"/>
              <a:buChar char="►"/>
              <a:defRPr sz="900"/>
            </a:lvl4pPr>
            <a:lvl5pPr marL="2286000" lvl="4" indent="-273050" algn="l">
              <a:spcBef>
                <a:spcPts val="800"/>
              </a:spcBef>
              <a:spcAft>
                <a:spcPts val="0"/>
              </a:spcAft>
              <a:buSzPts val="700"/>
              <a:buChar char="►"/>
              <a:defRPr sz="900"/>
            </a:lvl5pPr>
            <a:lvl6pPr marL="2743200" lvl="5" indent="-273050" algn="l">
              <a:spcBef>
                <a:spcPts val="800"/>
              </a:spcBef>
              <a:spcAft>
                <a:spcPts val="0"/>
              </a:spcAft>
              <a:buSzPts val="700"/>
              <a:buChar char="►"/>
              <a:defRPr sz="900"/>
            </a:lvl6pPr>
            <a:lvl7pPr marL="3200400" lvl="6" indent="-273050" algn="l">
              <a:spcBef>
                <a:spcPts val="800"/>
              </a:spcBef>
              <a:spcAft>
                <a:spcPts val="0"/>
              </a:spcAft>
              <a:buSzPts val="700"/>
              <a:buChar char="►"/>
              <a:defRPr sz="900"/>
            </a:lvl7pPr>
            <a:lvl8pPr marL="3657600" lvl="7" indent="-273050" algn="l">
              <a:spcBef>
                <a:spcPts val="800"/>
              </a:spcBef>
              <a:spcAft>
                <a:spcPts val="0"/>
              </a:spcAft>
              <a:buSzPts val="700"/>
              <a:buChar char="►"/>
              <a:defRPr sz="900"/>
            </a:lvl8pPr>
            <a:lvl9pPr marL="4114800" lvl="8" indent="-273050" algn="l">
              <a:spcBef>
                <a:spcPts val="800"/>
              </a:spcBef>
              <a:spcAft>
                <a:spcPts val="0"/>
              </a:spcAft>
              <a:buSzPts val="700"/>
              <a:buChar char="►"/>
              <a:defRPr sz="900"/>
            </a:lvl9pPr>
          </a:lstStyle>
          <a:p>
            <a:endParaRPr/>
          </a:p>
        </p:txBody>
      </p:sp>
      <p:sp>
        <p:nvSpPr>
          <p:cNvPr id="50" name="Google Shape;50;p7"/>
          <p:cNvSpPr txBox="1">
            <a:spLocks noGrp="1"/>
          </p:cNvSpPr>
          <p:nvPr>
            <p:ph type="body" idx="3"/>
          </p:nvPr>
        </p:nvSpPr>
        <p:spPr>
          <a:xfrm>
            <a:off x="4240871" y="1428750"/>
            <a:ext cx="3297300" cy="432300"/>
          </a:xfrm>
          <a:prstGeom prst="rect">
            <a:avLst/>
          </a:prstGeom>
          <a:noFill/>
          <a:ln>
            <a:noFill/>
          </a:ln>
        </p:spPr>
        <p:txBody>
          <a:bodyPr spcFirstLastPara="1" wrap="square" lIns="68575" tIns="34275" rIns="68575" bIns="34275" anchor="b" anchorCtr="0">
            <a:noAutofit/>
          </a:bodyPr>
          <a:lstStyle>
            <a:lvl1pPr marL="457200" lvl="0" indent="-228600" algn="l">
              <a:spcBef>
                <a:spcPts val="800"/>
              </a:spcBef>
              <a:spcAft>
                <a:spcPts val="0"/>
              </a:spcAft>
              <a:buSzPts val="1400"/>
              <a:buNone/>
              <a:defRPr sz="1800" b="0">
                <a:solidFill>
                  <a:schemeClr val="dk2"/>
                </a:solidFill>
              </a:defRPr>
            </a:lvl1pPr>
            <a:lvl2pPr marL="914400" lvl="1" indent="-228600" algn="l">
              <a:spcBef>
                <a:spcPts val="800"/>
              </a:spcBef>
              <a:spcAft>
                <a:spcPts val="0"/>
              </a:spcAft>
              <a:buSzPts val="1200"/>
              <a:buNone/>
              <a:defRPr sz="1500" b="1"/>
            </a:lvl2pPr>
            <a:lvl3pPr marL="1371600" lvl="2" indent="-228600" algn="l">
              <a:spcBef>
                <a:spcPts val="800"/>
              </a:spcBef>
              <a:spcAft>
                <a:spcPts val="0"/>
              </a:spcAft>
              <a:buSzPts val="1100"/>
              <a:buNone/>
              <a:defRPr sz="1400" b="1"/>
            </a:lvl3pPr>
            <a:lvl4pPr marL="1828800" lvl="3" indent="-228600" algn="l">
              <a:spcBef>
                <a:spcPts val="800"/>
              </a:spcBef>
              <a:spcAft>
                <a:spcPts val="0"/>
              </a:spcAft>
              <a:buSzPts val="1000"/>
              <a:buNone/>
              <a:defRPr sz="1200" b="1"/>
            </a:lvl4pPr>
            <a:lvl5pPr marL="2286000" lvl="4" indent="-228600" algn="l">
              <a:spcBef>
                <a:spcPts val="800"/>
              </a:spcBef>
              <a:spcAft>
                <a:spcPts val="0"/>
              </a:spcAft>
              <a:buSzPts val="1000"/>
              <a:buNone/>
              <a:defRPr sz="1200" b="1"/>
            </a:lvl5pPr>
            <a:lvl6pPr marL="2743200" lvl="5" indent="-228600" algn="l">
              <a:spcBef>
                <a:spcPts val="800"/>
              </a:spcBef>
              <a:spcAft>
                <a:spcPts val="0"/>
              </a:spcAft>
              <a:buSzPts val="1000"/>
              <a:buNone/>
              <a:defRPr sz="1200" b="1"/>
            </a:lvl6pPr>
            <a:lvl7pPr marL="3200400" lvl="6" indent="-228600" algn="l">
              <a:spcBef>
                <a:spcPts val="800"/>
              </a:spcBef>
              <a:spcAft>
                <a:spcPts val="0"/>
              </a:spcAft>
              <a:buSzPts val="1000"/>
              <a:buNone/>
              <a:defRPr sz="1200" b="1"/>
            </a:lvl7pPr>
            <a:lvl8pPr marL="3657600" lvl="7" indent="-228600" algn="l">
              <a:spcBef>
                <a:spcPts val="800"/>
              </a:spcBef>
              <a:spcAft>
                <a:spcPts val="0"/>
              </a:spcAft>
              <a:buSzPts val="1000"/>
              <a:buNone/>
              <a:defRPr sz="1200" b="1"/>
            </a:lvl8pPr>
            <a:lvl9pPr marL="4114800" lvl="8" indent="-228600" algn="l">
              <a:spcBef>
                <a:spcPts val="800"/>
              </a:spcBef>
              <a:spcAft>
                <a:spcPts val="0"/>
              </a:spcAft>
              <a:buSzPts val="1000"/>
              <a:buNone/>
              <a:defRPr sz="1200" b="1"/>
            </a:lvl9pPr>
          </a:lstStyle>
          <a:p>
            <a:endParaRPr/>
          </a:p>
        </p:txBody>
      </p:sp>
      <p:sp>
        <p:nvSpPr>
          <p:cNvPr id="51" name="Google Shape;51;p7"/>
          <p:cNvSpPr txBox="1">
            <a:spLocks noGrp="1"/>
          </p:cNvSpPr>
          <p:nvPr>
            <p:ph type="body" idx="4"/>
          </p:nvPr>
        </p:nvSpPr>
        <p:spPr>
          <a:xfrm>
            <a:off x="4240871" y="1885950"/>
            <a:ext cx="3297300" cy="2806200"/>
          </a:xfrm>
          <a:prstGeom prst="rect">
            <a:avLst/>
          </a:prstGeom>
          <a:noFill/>
          <a:ln>
            <a:noFill/>
          </a:ln>
        </p:spPr>
        <p:txBody>
          <a:bodyPr spcFirstLastPara="1" wrap="square" lIns="68575" tIns="34275" rIns="68575" bIns="34275" anchor="t" anchorCtr="0">
            <a:normAutofit/>
          </a:bodyPr>
          <a:lstStyle>
            <a:lvl1pPr marL="457200" lvl="0" indent="-298450" algn="l">
              <a:spcBef>
                <a:spcPts val="800"/>
              </a:spcBef>
              <a:spcAft>
                <a:spcPts val="0"/>
              </a:spcAft>
              <a:buSzPts val="1100"/>
              <a:buChar char="►"/>
              <a:defRPr sz="1400"/>
            </a:lvl1pPr>
            <a:lvl2pPr marL="914400" lvl="1" indent="-292100" algn="l">
              <a:spcBef>
                <a:spcPts val="800"/>
              </a:spcBef>
              <a:spcAft>
                <a:spcPts val="0"/>
              </a:spcAft>
              <a:buSzPts val="1000"/>
              <a:buChar char="►"/>
              <a:defRPr sz="1200"/>
            </a:lvl2pPr>
            <a:lvl3pPr marL="1371600" lvl="2" indent="-279400" algn="l">
              <a:spcBef>
                <a:spcPts val="800"/>
              </a:spcBef>
              <a:spcAft>
                <a:spcPts val="0"/>
              </a:spcAft>
              <a:buSzPts val="800"/>
              <a:buChar char="►"/>
              <a:defRPr sz="1100"/>
            </a:lvl3pPr>
            <a:lvl4pPr marL="1828800" lvl="3" indent="-273050" algn="l">
              <a:spcBef>
                <a:spcPts val="800"/>
              </a:spcBef>
              <a:spcAft>
                <a:spcPts val="0"/>
              </a:spcAft>
              <a:buSzPts val="700"/>
              <a:buChar char="►"/>
              <a:defRPr sz="900"/>
            </a:lvl4pPr>
            <a:lvl5pPr marL="2286000" lvl="4" indent="-273050" algn="l">
              <a:spcBef>
                <a:spcPts val="800"/>
              </a:spcBef>
              <a:spcAft>
                <a:spcPts val="0"/>
              </a:spcAft>
              <a:buSzPts val="700"/>
              <a:buChar char="►"/>
              <a:defRPr sz="900"/>
            </a:lvl5pPr>
            <a:lvl6pPr marL="2743200" lvl="5" indent="-273050" algn="l">
              <a:spcBef>
                <a:spcPts val="800"/>
              </a:spcBef>
              <a:spcAft>
                <a:spcPts val="0"/>
              </a:spcAft>
              <a:buSzPts val="700"/>
              <a:buChar char="►"/>
              <a:defRPr sz="900"/>
            </a:lvl6pPr>
            <a:lvl7pPr marL="3200400" lvl="6" indent="-273050" algn="l">
              <a:spcBef>
                <a:spcPts val="800"/>
              </a:spcBef>
              <a:spcAft>
                <a:spcPts val="0"/>
              </a:spcAft>
              <a:buSzPts val="700"/>
              <a:buChar char="►"/>
              <a:defRPr sz="900"/>
            </a:lvl7pPr>
            <a:lvl8pPr marL="3657600" lvl="7" indent="-273050" algn="l">
              <a:spcBef>
                <a:spcPts val="800"/>
              </a:spcBef>
              <a:spcAft>
                <a:spcPts val="0"/>
              </a:spcAft>
              <a:buSzPts val="700"/>
              <a:buChar char="►"/>
              <a:defRPr sz="900"/>
            </a:lvl8pPr>
            <a:lvl9pPr marL="4114800" lvl="8" indent="-273050" algn="l">
              <a:spcBef>
                <a:spcPts val="800"/>
              </a:spcBef>
              <a:spcAft>
                <a:spcPts val="0"/>
              </a:spcAft>
              <a:buSzPts val="700"/>
              <a:buChar char="►"/>
              <a:defRPr sz="900"/>
            </a:lvl9pPr>
          </a:lstStyle>
          <a:p>
            <a:endParaRPr/>
          </a:p>
        </p:txBody>
      </p:sp>
      <p:sp>
        <p:nvSpPr>
          <p:cNvPr id="52" name="Google Shape;52;p7"/>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Google Shape;53;p7"/>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4" name="Google Shape;54;p7"/>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Только заголовок" type="titleOnly">
  <p:cSld name="TITLE_ONLY">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484583" y="339539"/>
            <a:ext cx="7053600" cy="10503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lt2"/>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7" name="Google Shape;57;p8"/>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8" name="Google Shape;58;p8"/>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Google Shape;59;p8"/>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866215" y="1085850"/>
            <a:ext cx="2550900" cy="10860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2"/>
              </a:buClr>
              <a:buSzPts val="1800"/>
              <a:buFont typeface="Century Gothic"/>
              <a:buNone/>
              <a:defRPr sz="1800" b="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Google Shape;62;p9"/>
          <p:cNvSpPr txBox="1">
            <a:spLocks noGrp="1"/>
          </p:cNvSpPr>
          <p:nvPr>
            <p:ph type="body" idx="1"/>
          </p:nvPr>
        </p:nvSpPr>
        <p:spPr>
          <a:xfrm>
            <a:off x="3588462" y="1085850"/>
            <a:ext cx="3897000" cy="3429000"/>
          </a:xfrm>
          <a:prstGeom prst="rect">
            <a:avLst/>
          </a:prstGeom>
          <a:noFill/>
          <a:ln>
            <a:noFill/>
          </a:ln>
        </p:spPr>
        <p:txBody>
          <a:bodyPr spcFirstLastPara="1" wrap="square" lIns="68575" tIns="34275" rIns="68575" bIns="34275" anchor="ctr" anchorCtr="0">
            <a:normAutofit/>
          </a:bodyPr>
          <a:lstStyle>
            <a:lvl1pPr marL="457200" lvl="0" indent="-304800" algn="l">
              <a:spcBef>
                <a:spcPts val="800"/>
              </a:spcBef>
              <a:spcAft>
                <a:spcPts val="0"/>
              </a:spcAft>
              <a:buSzPts val="1200"/>
              <a:buChar char="►"/>
              <a:defRPr sz="1500"/>
            </a:lvl1pPr>
            <a:lvl2pPr marL="914400" lvl="1" indent="-298450" algn="l">
              <a:spcBef>
                <a:spcPts val="800"/>
              </a:spcBef>
              <a:spcAft>
                <a:spcPts val="0"/>
              </a:spcAft>
              <a:buSzPts val="1100"/>
              <a:buChar char="►"/>
              <a:defRPr sz="1400"/>
            </a:lvl2pPr>
            <a:lvl3pPr marL="1371600" lvl="2" indent="-292100" algn="l">
              <a:spcBef>
                <a:spcPts val="800"/>
              </a:spcBef>
              <a:spcAft>
                <a:spcPts val="0"/>
              </a:spcAft>
              <a:buSzPts val="1000"/>
              <a:buChar char="►"/>
              <a:defRPr sz="1200"/>
            </a:lvl3pPr>
            <a:lvl4pPr marL="1828800" lvl="3" indent="-279400" algn="l">
              <a:spcBef>
                <a:spcPts val="800"/>
              </a:spcBef>
              <a:spcAft>
                <a:spcPts val="0"/>
              </a:spcAft>
              <a:buSzPts val="800"/>
              <a:buChar char="►"/>
              <a:defRPr sz="1100"/>
            </a:lvl4pPr>
            <a:lvl5pPr marL="2286000" lvl="4" indent="-279400" algn="l">
              <a:spcBef>
                <a:spcPts val="800"/>
              </a:spcBef>
              <a:spcAft>
                <a:spcPts val="0"/>
              </a:spcAft>
              <a:buSzPts val="800"/>
              <a:buChar char="►"/>
              <a:defRPr sz="1100"/>
            </a:lvl5pPr>
            <a:lvl6pPr marL="2743200" lvl="5" indent="-279400" algn="l">
              <a:spcBef>
                <a:spcPts val="800"/>
              </a:spcBef>
              <a:spcAft>
                <a:spcPts val="0"/>
              </a:spcAft>
              <a:buSzPts val="800"/>
              <a:buChar char="►"/>
              <a:defRPr sz="1100"/>
            </a:lvl6pPr>
            <a:lvl7pPr marL="3200400" lvl="6" indent="-279400" algn="l">
              <a:spcBef>
                <a:spcPts val="800"/>
              </a:spcBef>
              <a:spcAft>
                <a:spcPts val="0"/>
              </a:spcAft>
              <a:buSzPts val="800"/>
              <a:buChar char="►"/>
              <a:defRPr sz="1100"/>
            </a:lvl7pPr>
            <a:lvl8pPr marL="3657600" lvl="7" indent="-279400" algn="l">
              <a:spcBef>
                <a:spcPts val="800"/>
              </a:spcBef>
              <a:spcAft>
                <a:spcPts val="0"/>
              </a:spcAft>
              <a:buSzPts val="800"/>
              <a:buChar char="►"/>
              <a:defRPr sz="1100"/>
            </a:lvl8pPr>
            <a:lvl9pPr marL="4114800" lvl="8" indent="-279400" algn="l">
              <a:spcBef>
                <a:spcPts val="800"/>
              </a:spcBef>
              <a:spcAft>
                <a:spcPts val="0"/>
              </a:spcAft>
              <a:buSzPts val="800"/>
              <a:buChar char="►"/>
              <a:defRPr sz="1100"/>
            </a:lvl9pPr>
          </a:lstStyle>
          <a:p>
            <a:endParaRPr/>
          </a:p>
        </p:txBody>
      </p:sp>
      <p:sp>
        <p:nvSpPr>
          <p:cNvPr id="63" name="Google Shape;63;p9"/>
          <p:cNvSpPr txBox="1">
            <a:spLocks noGrp="1"/>
          </p:cNvSpPr>
          <p:nvPr>
            <p:ph type="body" idx="2"/>
          </p:nvPr>
        </p:nvSpPr>
        <p:spPr>
          <a:xfrm>
            <a:off x="866215" y="2346960"/>
            <a:ext cx="2550900" cy="21717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800"/>
              <a:buNone/>
              <a:defRPr sz="11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64" name="Google Shape;64;p9"/>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5" name="Google Shape;65;p9"/>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9"/>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Рисунок с подписью"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865430" y="1390644"/>
            <a:ext cx="3819600" cy="1181100"/>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lt2"/>
              </a:buClr>
              <a:buSzPts val="2700"/>
              <a:buFont typeface="Century Gothic"/>
              <a:buNone/>
              <a:defRPr sz="2700" b="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0"/>
          <p:cNvSpPr>
            <a:spLocks noGrp="1"/>
          </p:cNvSpPr>
          <p:nvPr>
            <p:ph type="pic" idx="2"/>
          </p:nvPr>
        </p:nvSpPr>
        <p:spPr>
          <a:xfrm>
            <a:off x="5212160" y="857250"/>
            <a:ext cx="2400300" cy="3429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70" name="Google Shape;70;p10"/>
          <p:cNvSpPr txBox="1">
            <a:spLocks noGrp="1"/>
          </p:cNvSpPr>
          <p:nvPr>
            <p:ph type="body" idx="1"/>
          </p:nvPr>
        </p:nvSpPr>
        <p:spPr>
          <a:xfrm>
            <a:off x="866215" y="2743200"/>
            <a:ext cx="3813600" cy="10287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800"/>
              <a:buNone/>
              <a:defRPr sz="11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71" name="Google Shape;71;p10"/>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0"/>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0"/>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Панорамная фотография с подписью">
  <p:cSld name="Панорамная фотография с подписью">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866217" y="3600440"/>
            <a:ext cx="6619200" cy="425100"/>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lt2"/>
              </a:buClr>
              <a:buSzPts val="1800"/>
              <a:buFont typeface="Century Gothic"/>
              <a:buNone/>
              <a:defRPr sz="1800" b="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6" name="Google Shape;76;p11"/>
          <p:cNvSpPr>
            <a:spLocks noGrp="1"/>
          </p:cNvSpPr>
          <p:nvPr>
            <p:ph type="pic" idx="2"/>
          </p:nvPr>
        </p:nvSpPr>
        <p:spPr>
          <a:xfrm>
            <a:off x="866216" y="514350"/>
            <a:ext cx="6619200" cy="27306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77" name="Google Shape;77;p11"/>
          <p:cNvSpPr txBox="1">
            <a:spLocks noGrp="1"/>
          </p:cNvSpPr>
          <p:nvPr>
            <p:ph type="body" idx="1"/>
          </p:nvPr>
        </p:nvSpPr>
        <p:spPr>
          <a:xfrm>
            <a:off x="866217" y="4025494"/>
            <a:ext cx="6619200" cy="3702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700"/>
              <a:buNone/>
              <a:defRPr sz="9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78" name="Google Shape;78;p11"/>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1"/>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1"/>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Заголовок и подпись">
  <p:cSld name="Заголовок и подпись">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a:off x="866215" y="1085850"/>
            <a:ext cx="6619200" cy="14859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3" name="Google Shape;83;p12"/>
          <p:cNvSpPr txBox="1">
            <a:spLocks noGrp="1"/>
          </p:cNvSpPr>
          <p:nvPr>
            <p:ph type="body" idx="1"/>
          </p:nvPr>
        </p:nvSpPr>
        <p:spPr>
          <a:xfrm>
            <a:off x="866215" y="2743200"/>
            <a:ext cx="6619200" cy="1771800"/>
          </a:xfrm>
          <a:prstGeom prst="rect">
            <a:avLst/>
          </a:prstGeom>
          <a:noFill/>
          <a:ln>
            <a:noFill/>
          </a:ln>
        </p:spPr>
        <p:txBody>
          <a:bodyPr spcFirstLastPara="1" wrap="square" lIns="68575" tIns="34275" rIns="68575" bIns="34275" anchor="ctr" anchorCtr="0">
            <a:normAutofit/>
          </a:bodyPr>
          <a:lstStyle>
            <a:lvl1pPr marL="457200" lvl="0" indent="-228600" algn="l">
              <a:spcBef>
                <a:spcPts val="800"/>
              </a:spcBef>
              <a:spcAft>
                <a:spcPts val="0"/>
              </a:spcAft>
              <a:buSzPts val="1100"/>
              <a:buNone/>
              <a:defRPr sz="14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84" name="Google Shape;84;p12"/>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2"/>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6" name="Google Shape;86;p12"/>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Цитата с подписью">
  <p:cSld name="Цитата с подписью">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a:off x="1181101" y="1085850"/>
            <a:ext cx="5999400" cy="17424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13"/>
          <p:cNvSpPr txBox="1">
            <a:spLocks noGrp="1"/>
          </p:cNvSpPr>
          <p:nvPr>
            <p:ph type="body" idx="1"/>
          </p:nvPr>
        </p:nvSpPr>
        <p:spPr>
          <a:xfrm>
            <a:off x="1447800" y="2828381"/>
            <a:ext cx="5459700" cy="2565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800"/>
              <a:buNone/>
              <a:defRPr sz="1100" b="0" i="0" cap="small">
                <a:solidFill>
                  <a:schemeClr val="dk2"/>
                </a:solidFill>
                <a:latin typeface="Century Gothic"/>
                <a:ea typeface="Century Gothic"/>
                <a:cs typeface="Century Gothic"/>
                <a:sym typeface="Century Gothic"/>
              </a:defRPr>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90" name="Google Shape;90;p13"/>
          <p:cNvSpPr txBox="1">
            <a:spLocks noGrp="1"/>
          </p:cNvSpPr>
          <p:nvPr>
            <p:ph type="body" idx="2"/>
          </p:nvPr>
        </p:nvSpPr>
        <p:spPr>
          <a:xfrm>
            <a:off x="866215" y="3262993"/>
            <a:ext cx="6619200" cy="1257300"/>
          </a:xfrm>
          <a:prstGeom prst="rect">
            <a:avLst/>
          </a:prstGeom>
          <a:noFill/>
          <a:ln>
            <a:noFill/>
          </a:ln>
        </p:spPr>
        <p:txBody>
          <a:bodyPr spcFirstLastPara="1" wrap="square" lIns="68575" tIns="34275" rIns="68575" bIns="34275" anchor="ctr" anchorCtr="0">
            <a:normAutofit/>
          </a:bodyPr>
          <a:lstStyle>
            <a:lvl1pPr marL="457200" lvl="0" indent="-228600" algn="l">
              <a:spcBef>
                <a:spcPts val="800"/>
              </a:spcBef>
              <a:spcAft>
                <a:spcPts val="0"/>
              </a:spcAft>
              <a:buSzPts val="1100"/>
              <a:buNone/>
              <a:defRPr sz="14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91" name="Google Shape;91;p13"/>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13"/>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3"/>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
        <p:nvSpPr>
          <p:cNvPr id="94" name="Google Shape;94;p13"/>
          <p:cNvSpPr txBox="1"/>
          <p:nvPr/>
        </p:nvSpPr>
        <p:spPr>
          <a:xfrm>
            <a:off x="673721" y="728440"/>
            <a:ext cx="601500" cy="1485300"/>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ru" sz="9200" b="0" i="0">
                <a:solidFill>
                  <a:schemeClr val="dk2"/>
                </a:solidFill>
                <a:latin typeface="Arial"/>
                <a:ea typeface="Arial"/>
                <a:cs typeface="Arial"/>
                <a:sym typeface="Arial"/>
              </a:rPr>
              <a:t>“</a:t>
            </a:r>
            <a:endParaRPr sz="1100"/>
          </a:p>
        </p:txBody>
      </p:sp>
      <p:sp>
        <p:nvSpPr>
          <p:cNvPr id="95" name="Google Shape;95;p13"/>
          <p:cNvSpPr txBox="1"/>
          <p:nvPr/>
        </p:nvSpPr>
        <p:spPr>
          <a:xfrm>
            <a:off x="6997868" y="1960340"/>
            <a:ext cx="601500" cy="1485300"/>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ru" sz="9200" b="0" i="0">
                <a:solidFill>
                  <a:schemeClr val="dk2"/>
                </a:solidFill>
                <a:latin typeface="Arial"/>
                <a:ea typeface="Arial"/>
                <a:cs typeface="Arial"/>
                <a:sym typeface="Arial"/>
              </a:rPr>
              <a:t>”</a:t>
            </a:r>
            <a:endParaRPr sz="11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Карточка имени">
  <p:cSld name="Карточка имени">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866215" y="2343151"/>
            <a:ext cx="6619200" cy="12399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2"/>
              </a:buClr>
              <a:buSzPts val="3000"/>
              <a:buFont typeface="Century Gothic"/>
              <a:buNone/>
              <a:defRPr sz="3000" b="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14"/>
          <p:cNvSpPr txBox="1">
            <a:spLocks noGrp="1"/>
          </p:cNvSpPr>
          <p:nvPr>
            <p:ph type="body" idx="1"/>
          </p:nvPr>
        </p:nvSpPr>
        <p:spPr>
          <a:xfrm>
            <a:off x="866215" y="3583036"/>
            <a:ext cx="6619200" cy="6453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1200"/>
              <a:buNone/>
              <a:defRPr sz="1500" cap="none">
                <a:solidFill>
                  <a:schemeClr val="dk2"/>
                </a:solidFill>
              </a:defRPr>
            </a:lvl1pPr>
            <a:lvl2pPr marL="914400" lvl="1" indent="-228600" algn="l">
              <a:spcBef>
                <a:spcPts val="800"/>
              </a:spcBef>
              <a:spcAft>
                <a:spcPts val="0"/>
              </a:spcAft>
              <a:buSzPts val="1100"/>
              <a:buNone/>
              <a:defRPr sz="1400">
                <a:solidFill>
                  <a:srgbClr val="898989"/>
                </a:solidFill>
              </a:defRPr>
            </a:lvl2pPr>
            <a:lvl3pPr marL="1371600" lvl="2" indent="-228600" algn="l">
              <a:spcBef>
                <a:spcPts val="800"/>
              </a:spcBef>
              <a:spcAft>
                <a:spcPts val="0"/>
              </a:spcAft>
              <a:buSzPts val="1000"/>
              <a:buNone/>
              <a:defRPr sz="1200">
                <a:solidFill>
                  <a:srgbClr val="898989"/>
                </a:solidFill>
              </a:defRPr>
            </a:lvl3pPr>
            <a:lvl4pPr marL="1828800" lvl="3" indent="-228600" algn="l">
              <a:spcBef>
                <a:spcPts val="800"/>
              </a:spcBef>
              <a:spcAft>
                <a:spcPts val="0"/>
              </a:spcAft>
              <a:buSzPts val="800"/>
              <a:buNone/>
              <a:defRPr sz="1100">
                <a:solidFill>
                  <a:srgbClr val="898989"/>
                </a:solidFill>
              </a:defRPr>
            </a:lvl4pPr>
            <a:lvl5pPr marL="2286000" lvl="4" indent="-228600" algn="l">
              <a:spcBef>
                <a:spcPts val="800"/>
              </a:spcBef>
              <a:spcAft>
                <a:spcPts val="0"/>
              </a:spcAft>
              <a:buSzPts val="800"/>
              <a:buNone/>
              <a:defRPr sz="1100">
                <a:solidFill>
                  <a:srgbClr val="898989"/>
                </a:solidFill>
              </a:defRPr>
            </a:lvl5pPr>
            <a:lvl6pPr marL="2743200" lvl="5" indent="-228600" algn="l">
              <a:spcBef>
                <a:spcPts val="800"/>
              </a:spcBef>
              <a:spcAft>
                <a:spcPts val="0"/>
              </a:spcAft>
              <a:buSzPts val="800"/>
              <a:buNone/>
              <a:defRPr sz="1100">
                <a:solidFill>
                  <a:srgbClr val="898989"/>
                </a:solidFill>
              </a:defRPr>
            </a:lvl6pPr>
            <a:lvl7pPr marL="3200400" lvl="6" indent="-228600" algn="l">
              <a:spcBef>
                <a:spcPts val="800"/>
              </a:spcBef>
              <a:spcAft>
                <a:spcPts val="0"/>
              </a:spcAft>
              <a:buSzPts val="800"/>
              <a:buNone/>
              <a:defRPr sz="1100">
                <a:solidFill>
                  <a:srgbClr val="898989"/>
                </a:solidFill>
              </a:defRPr>
            </a:lvl7pPr>
            <a:lvl8pPr marL="3657600" lvl="7" indent="-228600" algn="l">
              <a:spcBef>
                <a:spcPts val="800"/>
              </a:spcBef>
              <a:spcAft>
                <a:spcPts val="0"/>
              </a:spcAft>
              <a:buSzPts val="800"/>
              <a:buNone/>
              <a:defRPr sz="1100">
                <a:solidFill>
                  <a:srgbClr val="898989"/>
                </a:solidFill>
              </a:defRPr>
            </a:lvl8pPr>
            <a:lvl9pPr marL="4114800" lvl="8" indent="-228600" algn="l">
              <a:spcBef>
                <a:spcPts val="800"/>
              </a:spcBef>
              <a:spcAft>
                <a:spcPts val="0"/>
              </a:spcAft>
              <a:buSzPts val="800"/>
              <a:buNone/>
              <a:defRPr sz="1100">
                <a:solidFill>
                  <a:srgbClr val="898989"/>
                </a:solidFill>
              </a:defRPr>
            </a:lvl9pPr>
          </a:lstStyle>
          <a:p>
            <a:endParaRPr/>
          </a:p>
        </p:txBody>
      </p:sp>
      <p:sp>
        <p:nvSpPr>
          <p:cNvPr id="99" name="Google Shape;99;p14"/>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14"/>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14"/>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Три колонки">
  <p:cSld name="Три колонки">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484583" y="339539"/>
            <a:ext cx="7053600" cy="10503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lt2"/>
              </a:buClr>
              <a:buSzPts val="3200"/>
              <a:buFont typeface="Century Gothic"/>
              <a:buNone/>
              <a:defRPr sz="32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15"/>
          <p:cNvSpPr txBox="1">
            <a:spLocks noGrp="1"/>
          </p:cNvSpPr>
          <p:nvPr>
            <p:ph type="body" idx="1"/>
          </p:nvPr>
        </p:nvSpPr>
        <p:spPr>
          <a:xfrm>
            <a:off x="474710" y="1485900"/>
            <a:ext cx="2210100" cy="432300"/>
          </a:xfrm>
          <a:prstGeom prst="rect">
            <a:avLst/>
          </a:prstGeom>
          <a:noFill/>
          <a:ln>
            <a:noFill/>
          </a:ln>
        </p:spPr>
        <p:txBody>
          <a:bodyPr spcFirstLastPara="1" wrap="square" lIns="68575" tIns="34275" rIns="68575" bIns="34275" anchor="b" anchorCtr="0">
            <a:noAutofit/>
          </a:bodyPr>
          <a:lstStyle>
            <a:lvl1pPr marL="457200" lvl="0" indent="-228600" algn="l">
              <a:spcBef>
                <a:spcPts val="800"/>
              </a:spcBef>
              <a:spcAft>
                <a:spcPts val="0"/>
              </a:spcAft>
              <a:buSzPts val="1400"/>
              <a:buNone/>
              <a:defRPr sz="1800" b="0">
                <a:solidFill>
                  <a:schemeClr val="dk2"/>
                </a:solidFill>
              </a:defRPr>
            </a:lvl1pPr>
            <a:lvl2pPr marL="914400" lvl="1" indent="-228600" algn="l">
              <a:spcBef>
                <a:spcPts val="800"/>
              </a:spcBef>
              <a:spcAft>
                <a:spcPts val="0"/>
              </a:spcAft>
              <a:buSzPts val="1200"/>
              <a:buNone/>
              <a:defRPr sz="1500" b="1"/>
            </a:lvl2pPr>
            <a:lvl3pPr marL="1371600" lvl="2" indent="-228600" algn="l">
              <a:spcBef>
                <a:spcPts val="800"/>
              </a:spcBef>
              <a:spcAft>
                <a:spcPts val="0"/>
              </a:spcAft>
              <a:buSzPts val="1100"/>
              <a:buNone/>
              <a:defRPr sz="1400" b="1"/>
            </a:lvl3pPr>
            <a:lvl4pPr marL="1828800" lvl="3" indent="-228600" algn="l">
              <a:spcBef>
                <a:spcPts val="800"/>
              </a:spcBef>
              <a:spcAft>
                <a:spcPts val="0"/>
              </a:spcAft>
              <a:buSzPts val="1000"/>
              <a:buNone/>
              <a:defRPr sz="1200" b="1"/>
            </a:lvl4pPr>
            <a:lvl5pPr marL="2286000" lvl="4" indent="-228600" algn="l">
              <a:spcBef>
                <a:spcPts val="800"/>
              </a:spcBef>
              <a:spcAft>
                <a:spcPts val="0"/>
              </a:spcAft>
              <a:buSzPts val="1000"/>
              <a:buNone/>
              <a:defRPr sz="1200" b="1"/>
            </a:lvl5pPr>
            <a:lvl6pPr marL="2743200" lvl="5" indent="-228600" algn="l">
              <a:spcBef>
                <a:spcPts val="800"/>
              </a:spcBef>
              <a:spcAft>
                <a:spcPts val="0"/>
              </a:spcAft>
              <a:buSzPts val="1000"/>
              <a:buNone/>
              <a:defRPr sz="1200" b="1"/>
            </a:lvl6pPr>
            <a:lvl7pPr marL="3200400" lvl="6" indent="-228600" algn="l">
              <a:spcBef>
                <a:spcPts val="800"/>
              </a:spcBef>
              <a:spcAft>
                <a:spcPts val="0"/>
              </a:spcAft>
              <a:buSzPts val="1000"/>
              <a:buNone/>
              <a:defRPr sz="1200" b="1"/>
            </a:lvl7pPr>
            <a:lvl8pPr marL="3657600" lvl="7" indent="-228600" algn="l">
              <a:spcBef>
                <a:spcPts val="800"/>
              </a:spcBef>
              <a:spcAft>
                <a:spcPts val="0"/>
              </a:spcAft>
              <a:buSzPts val="1000"/>
              <a:buNone/>
              <a:defRPr sz="1200" b="1"/>
            </a:lvl8pPr>
            <a:lvl9pPr marL="4114800" lvl="8" indent="-228600" algn="l">
              <a:spcBef>
                <a:spcPts val="800"/>
              </a:spcBef>
              <a:spcAft>
                <a:spcPts val="0"/>
              </a:spcAft>
              <a:buSzPts val="1000"/>
              <a:buNone/>
              <a:defRPr sz="1200" b="1"/>
            </a:lvl9pPr>
          </a:lstStyle>
          <a:p>
            <a:endParaRPr/>
          </a:p>
        </p:txBody>
      </p:sp>
      <p:sp>
        <p:nvSpPr>
          <p:cNvPr id="105" name="Google Shape;105;p15"/>
          <p:cNvSpPr txBox="1">
            <a:spLocks noGrp="1"/>
          </p:cNvSpPr>
          <p:nvPr>
            <p:ph type="body" idx="2"/>
          </p:nvPr>
        </p:nvSpPr>
        <p:spPr>
          <a:xfrm>
            <a:off x="489347" y="2000250"/>
            <a:ext cx="2195400" cy="26919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800"/>
              <a:buNone/>
              <a:defRPr sz="11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106" name="Google Shape;106;p15"/>
          <p:cNvSpPr txBox="1">
            <a:spLocks noGrp="1"/>
          </p:cNvSpPr>
          <p:nvPr>
            <p:ph type="body" idx="3"/>
          </p:nvPr>
        </p:nvSpPr>
        <p:spPr>
          <a:xfrm>
            <a:off x="2912744" y="1485900"/>
            <a:ext cx="2202300" cy="432300"/>
          </a:xfrm>
          <a:prstGeom prst="rect">
            <a:avLst/>
          </a:prstGeom>
          <a:noFill/>
          <a:ln>
            <a:noFill/>
          </a:ln>
        </p:spPr>
        <p:txBody>
          <a:bodyPr spcFirstLastPara="1" wrap="square" lIns="68575" tIns="34275" rIns="68575" bIns="34275" anchor="b" anchorCtr="0">
            <a:noAutofit/>
          </a:bodyPr>
          <a:lstStyle>
            <a:lvl1pPr marL="457200" lvl="0" indent="-228600" algn="l">
              <a:spcBef>
                <a:spcPts val="800"/>
              </a:spcBef>
              <a:spcAft>
                <a:spcPts val="0"/>
              </a:spcAft>
              <a:buSzPts val="1400"/>
              <a:buNone/>
              <a:defRPr sz="1800" b="0">
                <a:solidFill>
                  <a:schemeClr val="dk2"/>
                </a:solidFill>
              </a:defRPr>
            </a:lvl1pPr>
            <a:lvl2pPr marL="914400" lvl="1" indent="-228600" algn="l">
              <a:spcBef>
                <a:spcPts val="800"/>
              </a:spcBef>
              <a:spcAft>
                <a:spcPts val="0"/>
              </a:spcAft>
              <a:buSzPts val="1200"/>
              <a:buNone/>
              <a:defRPr sz="1500" b="1"/>
            </a:lvl2pPr>
            <a:lvl3pPr marL="1371600" lvl="2" indent="-228600" algn="l">
              <a:spcBef>
                <a:spcPts val="800"/>
              </a:spcBef>
              <a:spcAft>
                <a:spcPts val="0"/>
              </a:spcAft>
              <a:buSzPts val="1100"/>
              <a:buNone/>
              <a:defRPr sz="1400" b="1"/>
            </a:lvl3pPr>
            <a:lvl4pPr marL="1828800" lvl="3" indent="-228600" algn="l">
              <a:spcBef>
                <a:spcPts val="800"/>
              </a:spcBef>
              <a:spcAft>
                <a:spcPts val="0"/>
              </a:spcAft>
              <a:buSzPts val="1000"/>
              <a:buNone/>
              <a:defRPr sz="1200" b="1"/>
            </a:lvl4pPr>
            <a:lvl5pPr marL="2286000" lvl="4" indent="-228600" algn="l">
              <a:spcBef>
                <a:spcPts val="800"/>
              </a:spcBef>
              <a:spcAft>
                <a:spcPts val="0"/>
              </a:spcAft>
              <a:buSzPts val="1000"/>
              <a:buNone/>
              <a:defRPr sz="1200" b="1"/>
            </a:lvl5pPr>
            <a:lvl6pPr marL="2743200" lvl="5" indent="-228600" algn="l">
              <a:spcBef>
                <a:spcPts val="800"/>
              </a:spcBef>
              <a:spcAft>
                <a:spcPts val="0"/>
              </a:spcAft>
              <a:buSzPts val="1000"/>
              <a:buNone/>
              <a:defRPr sz="1200" b="1"/>
            </a:lvl6pPr>
            <a:lvl7pPr marL="3200400" lvl="6" indent="-228600" algn="l">
              <a:spcBef>
                <a:spcPts val="800"/>
              </a:spcBef>
              <a:spcAft>
                <a:spcPts val="0"/>
              </a:spcAft>
              <a:buSzPts val="1000"/>
              <a:buNone/>
              <a:defRPr sz="1200" b="1"/>
            </a:lvl7pPr>
            <a:lvl8pPr marL="3657600" lvl="7" indent="-228600" algn="l">
              <a:spcBef>
                <a:spcPts val="800"/>
              </a:spcBef>
              <a:spcAft>
                <a:spcPts val="0"/>
              </a:spcAft>
              <a:buSzPts val="1000"/>
              <a:buNone/>
              <a:defRPr sz="1200" b="1"/>
            </a:lvl8pPr>
            <a:lvl9pPr marL="4114800" lvl="8" indent="-228600" algn="l">
              <a:spcBef>
                <a:spcPts val="800"/>
              </a:spcBef>
              <a:spcAft>
                <a:spcPts val="0"/>
              </a:spcAft>
              <a:buSzPts val="1000"/>
              <a:buNone/>
              <a:defRPr sz="1200" b="1"/>
            </a:lvl9pPr>
          </a:lstStyle>
          <a:p>
            <a:endParaRPr/>
          </a:p>
        </p:txBody>
      </p:sp>
      <p:sp>
        <p:nvSpPr>
          <p:cNvPr id="107" name="Google Shape;107;p15"/>
          <p:cNvSpPr txBox="1">
            <a:spLocks noGrp="1"/>
          </p:cNvSpPr>
          <p:nvPr>
            <p:ph type="body" idx="4"/>
          </p:nvPr>
        </p:nvSpPr>
        <p:spPr>
          <a:xfrm>
            <a:off x="2904830" y="2000250"/>
            <a:ext cx="2210100" cy="26919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800"/>
              <a:buNone/>
              <a:defRPr sz="11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108" name="Google Shape;108;p15"/>
          <p:cNvSpPr txBox="1">
            <a:spLocks noGrp="1"/>
          </p:cNvSpPr>
          <p:nvPr>
            <p:ph type="body" idx="5"/>
          </p:nvPr>
        </p:nvSpPr>
        <p:spPr>
          <a:xfrm>
            <a:off x="5343525" y="1485900"/>
            <a:ext cx="2199000" cy="432300"/>
          </a:xfrm>
          <a:prstGeom prst="rect">
            <a:avLst/>
          </a:prstGeom>
          <a:noFill/>
          <a:ln>
            <a:noFill/>
          </a:ln>
        </p:spPr>
        <p:txBody>
          <a:bodyPr spcFirstLastPara="1" wrap="square" lIns="68575" tIns="34275" rIns="68575" bIns="34275" anchor="b" anchorCtr="0">
            <a:noAutofit/>
          </a:bodyPr>
          <a:lstStyle>
            <a:lvl1pPr marL="457200" lvl="0" indent="-228600" algn="l">
              <a:spcBef>
                <a:spcPts val="800"/>
              </a:spcBef>
              <a:spcAft>
                <a:spcPts val="0"/>
              </a:spcAft>
              <a:buSzPts val="1400"/>
              <a:buNone/>
              <a:defRPr sz="1800" b="0">
                <a:solidFill>
                  <a:schemeClr val="dk2"/>
                </a:solidFill>
              </a:defRPr>
            </a:lvl1pPr>
            <a:lvl2pPr marL="914400" lvl="1" indent="-228600" algn="l">
              <a:spcBef>
                <a:spcPts val="800"/>
              </a:spcBef>
              <a:spcAft>
                <a:spcPts val="0"/>
              </a:spcAft>
              <a:buSzPts val="1200"/>
              <a:buNone/>
              <a:defRPr sz="1500" b="1"/>
            </a:lvl2pPr>
            <a:lvl3pPr marL="1371600" lvl="2" indent="-228600" algn="l">
              <a:spcBef>
                <a:spcPts val="800"/>
              </a:spcBef>
              <a:spcAft>
                <a:spcPts val="0"/>
              </a:spcAft>
              <a:buSzPts val="1100"/>
              <a:buNone/>
              <a:defRPr sz="1400" b="1"/>
            </a:lvl3pPr>
            <a:lvl4pPr marL="1828800" lvl="3" indent="-228600" algn="l">
              <a:spcBef>
                <a:spcPts val="800"/>
              </a:spcBef>
              <a:spcAft>
                <a:spcPts val="0"/>
              </a:spcAft>
              <a:buSzPts val="1000"/>
              <a:buNone/>
              <a:defRPr sz="1200" b="1"/>
            </a:lvl4pPr>
            <a:lvl5pPr marL="2286000" lvl="4" indent="-228600" algn="l">
              <a:spcBef>
                <a:spcPts val="800"/>
              </a:spcBef>
              <a:spcAft>
                <a:spcPts val="0"/>
              </a:spcAft>
              <a:buSzPts val="1000"/>
              <a:buNone/>
              <a:defRPr sz="1200" b="1"/>
            </a:lvl5pPr>
            <a:lvl6pPr marL="2743200" lvl="5" indent="-228600" algn="l">
              <a:spcBef>
                <a:spcPts val="800"/>
              </a:spcBef>
              <a:spcAft>
                <a:spcPts val="0"/>
              </a:spcAft>
              <a:buSzPts val="1000"/>
              <a:buNone/>
              <a:defRPr sz="1200" b="1"/>
            </a:lvl6pPr>
            <a:lvl7pPr marL="3200400" lvl="6" indent="-228600" algn="l">
              <a:spcBef>
                <a:spcPts val="800"/>
              </a:spcBef>
              <a:spcAft>
                <a:spcPts val="0"/>
              </a:spcAft>
              <a:buSzPts val="1000"/>
              <a:buNone/>
              <a:defRPr sz="1200" b="1"/>
            </a:lvl7pPr>
            <a:lvl8pPr marL="3657600" lvl="7" indent="-228600" algn="l">
              <a:spcBef>
                <a:spcPts val="800"/>
              </a:spcBef>
              <a:spcAft>
                <a:spcPts val="0"/>
              </a:spcAft>
              <a:buSzPts val="1000"/>
              <a:buNone/>
              <a:defRPr sz="1200" b="1"/>
            </a:lvl8pPr>
            <a:lvl9pPr marL="4114800" lvl="8" indent="-228600" algn="l">
              <a:spcBef>
                <a:spcPts val="800"/>
              </a:spcBef>
              <a:spcAft>
                <a:spcPts val="0"/>
              </a:spcAft>
              <a:buSzPts val="1000"/>
              <a:buNone/>
              <a:defRPr sz="1200" b="1"/>
            </a:lvl9pPr>
          </a:lstStyle>
          <a:p>
            <a:endParaRPr/>
          </a:p>
        </p:txBody>
      </p:sp>
      <p:sp>
        <p:nvSpPr>
          <p:cNvPr id="109" name="Google Shape;109;p15"/>
          <p:cNvSpPr txBox="1">
            <a:spLocks noGrp="1"/>
          </p:cNvSpPr>
          <p:nvPr>
            <p:ph type="body" idx="6"/>
          </p:nvPr>
        </p:nvSpPr>
        <p:spPr>
          <a:xfrm>
            <a:off x="5343525" y="2000250"/>
            <a:ext cx="2199000" cy="26919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800"/>
              <a:buNone/>
              <a:defRPr sz="11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cxnSp>
        <p:nvCxnSpPr>
          <p:cNvPr id="110" name="Google Shape;110;p15"/>
          <p:cNvCxnSpPr/>
          <p:nvPr/>
        </p:nvCxnSpPr>
        <p:spPr>
          <a:xfrm>
            <a:off x="2794607" y="1600200"/>
            <a:ext cx="0" cy="2971800"/>
          </a:xfrm>
          <a:prstGeom prst="straightConnector1">
            <a:avLst/>
          </a:prstGeom>
          <a:noFill/>
          <a:ln w="12700" cap="flat" cmpd="sng">
            <a:solidFill>
              <a:schemeClr val="dk2">
                <a:alpha val="40000"/>
              </a:schemeClr>
            </a:solidFill>
            <a:prstDash val="solid"/>
            <a:round/>
            <a:headEnd type="none" w="sm" len="sm"/>
            <a:tailEnd type="none" w="sm" len="sm"/>
          </a:ln>
        </p:spPr>
      </p:cxnSp>
      <p:cxnSp>
        <p:nvCxnSpPr>
          <p:cNvPr id="111" name="Google Shape;111;p15"/>
          <p:cNvCxnSpPr/>
          <p:nvPr/>
        </p:nvCxnSpPr>
        <p:spPr>
          <a:xfrm>
            <a:off x="5221670" y="1600200"/>
            <a:ext cx="0" cy="2975100"/>
          </a:xfrm>
          <a:prstGeom prst="straightConnector1">
            <a:avLst/>
          </a:prstGeom>
          <a:noFill/>
          <a:ln w="12700" cap="flat" cmpd="sng">
            <a:solidFill>
              <a:schemeClr val="dk2">
                <a:alpha val="40000"/>
              </a:schemeClr>
            </a:solidFill>
            <a:prstDash val="solid"/>
            <a:round/>
            <a:headEnd type="none" w="sm" len="sm"/>
            <a:tailEnd type="none" w="sm" len="sm"/>
          </a:ln>
        </p:spPr>
      </p:cxnSp>
      <p:sp>
        <p:nvSpPr>
          <p:cNvPr id="112" name="Google Shape;112;p15"/>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3" name="Google Shape;113;p15"/>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4" name="Google Shape;114;p15"/>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Столбец с тремя рисунками">
  <p:cSld name="Столбец с тремя рисунками">
    <p:spTree>
      <p:nvGrpSpPr>
        <p:cNvPr id="1" name="Shape 115"/>
        <p:cNvGrpSpPr/>
        <p:nvPr/>
      </p:nvGrpSpPr>
      <p:grpSpPr>
        <a:xfrm>
          <a:off x="0" y="0"/>
          <a:ext cx="0" cy="0"/>
          <a:chOff x="0" y="0"/>
          <a:chExt cx="0" cy="0"/>
        </a:xfrm>
      </p:grpSpPr>
      <p:sp>
        <p:nvSpPr>
          <p:cNvPr id="116" name="Google Shape;116;p16"/>
          <p:cNvSpPr txBox="1">
            <a:spLocks noGrp="1"/>
          </p:cNvSpPr>
          <p:nvPr>
            <p:ph type="title"/>
          </p:nvPr>
        </p:nvSpPr>
        <p:spPr>
          <a:xfrm>
            <a:off x="484583" y="339539"/>
            <a:ext cx="7053600" cy="10503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lt2"/>
              </a:buClr>
              <a:buSzPts val="3200"/>
              <a:buFont typeface="Century Gothic"/>
              <a:buNone/>
              <a:defRPr sz="32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16"/>
          <p:cNvSpPr txBox="1">
            <a:spLocks noGrp="1"/>
          </p:cNvSpPr>
          <p:nvPr>
            <p:ph type="body" idx="1"/>
          </p:nvPr>
        </p:nvSpPr>
        <p:spPr>
          <a:xfrm>
            <a:off x="489347" y="3188212"/>
            <a:ext cx="2205000" cy="432300"/>
          </a:xfrm>
          <a:prstGeom prst="rect">
            <a:avLst/>
          </a:prstGeom>
          <a:noFill/>
          <a:ln>
            <a:noFill/>
          </a:ln>
        </p:spPr>
        <p:txBody>
          <a:bodyPr spcFirstLastPara="1" wrap="square" lIns="68575" tIns="34275" rIns="68575" bIns="34275" anchor="b" anchorCtr="0">
            <a:noAutofit/>
          </a:bodyPr>
          <a:lstStyle>
            <a:lvl1pPr marL="457200" lvl="0" indent="-228600" algn="l">
              <a:spcBef>
                <a:spcPts val="800"/>
              </a:spcBef>
              <a:spcAft>
                <a:spcPts val="0"/>
              </a:spcAft>
              <a:buSzPts val="1400"/>
              <a:buNone/>
              <a:defRPr sz="1800" b="0">
                <a:solidFill>
                  <a:schemeClr val="dk2"/>
                </a:solidFill>
              </a:defRPr>
            </a:lvl1pPr>
            <a:lvl2pPr marL="914400" lvl="1" indent="-228600" algn="l">
              <a:spcBef>
                <a:spcPts val="800"/>
              </a:spcBef>
              <a:spcAft>
                <a:spcPts val="0"/>
              </a:spcAft>
              <a:buSzPts val="1200"/>
              <a:buNone/>
              <a:defRPr sz="1500" b="1"/>
            </a:lvl2pPr>
            <a:lvl3pPr marL="1371600" lvl="2" indent="-228600" algn="l">
              <a:spcBef>
                <a:spcPts val="800"/>
              </a:spcBef>
              <a:spcAft>
                <a:spcPts val="0"/>
              </a:spcAft>
              <a:buSzPts val="1100"/>
              <a:buNone/>
              <a:defRPr sz="1400" b="1"/>
            </a:lvl3pPr>
            <a:lvl4pPr marL="1828800" lvl="3" indent="-228600" algn="l">
              <a:spcBef>
                <a:spcPts val="800"/>
              </a:spcBef>
              <a:spcAft>
                <a:spcPts val="0"/>
              </a:spcAft>
              <a:buSzPts val="1000"/>
              <a:buNone/>
              <a:defRPr sz="1200" b="1"/>
            </a:lvl4pPr>
            <a:lvl5pPr marL="2286000" lvl="4" indent="-228600" algn="l">
              <a:spcBef>
                <a:spcPts val="800"/>
              </a:spcBef>
              <a:spcAft>
                <a:spcPts val="0"/>
              </a:spcAft>
              <a:buSzPts val="1000"/>
              <a:buNone/>
              <a:defRPr sz="1200" b="1"/>
            </a:lvl5pPr>
            <a:lvl6pPr marL="2743200" lvl="5" indent="-228600" algn="l">
              <a:spcBef>
                <a:spcPts val="800"/>
              </a:spcBef>
              <a:spcAft>
                <a:spcPts val="0"/>
              </a:spcAft>
              <a:buSzPts val="1000"/>
              <a:buNone/>
              <a:defRPr sz="1200" b="1"/>
            </a:lvl6pPr>
            <a:lvl7pPr marL="3200400" lvl="6" indent="-228600" algn="l">
              <a:spcBef>
                <a:spcPts val="800"/>
              </a:spcBef>
              <a:spcAft>
                <a:spcPts val="0"/>
              </a:spcAft>
              <a:buSzPts val="1000"/>
              <a:buNone/>
              <a:defRPr sz="1200" b="1"/>
            </a:lvl7pPr>
            <a:lvl8pPr marL="3657600" lvl="7" indent="-228600" algn="l">
              <a:spcBef>
                <a:spcPts val="800"/>
              </a:spcBef>
              <a:spcAft>
                <a:spcPts val="0"/>
              </a:spcAft>
              <a:buSzPts val="1000"/>
              <a:buNone/>
              <a:defRPr sz="1200" b="1"/>
            </a:lvl8pPr>
            <a:lvl9pPr marL="4114800" lvl="8" indent="-228600" algn="l">
              <a:spcBef>
                <a:spcPts val="800"/>
              </a:spcBef>
              <a:spcAft>
                <a:spcPts val="0"/>
              </a:spcAft>
              <a:buSzPts val="1000"/>
              <a:buNone/>
              <a:defRPr sz="1200" b="1"/>
            </a:lvl9pPr>
          </a:lstStyle>
          <a:p>
            <a:endParaRPr/>
          </a:p>
        </p:txBody>
      </p:sp>
      <p:sp>
        <p:nvSpPr>
          <p:cNvPr id="118" name="Google Shape;118;p16"/>
          <p:cNvSpPr>
            <a:spLocks noGrp="1"/>
          </p:cNvSpPr>
          <p:nvPr>
            <p:ph type="pic" idx="2"/>
          </p:nvPr>
        </p:nvSpPr>
        <p:spPr>
          <a:xfrm>
            <a:off x="489347" y="1657350"/>
            <a:ext cx="2205000" cy="1143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19" name="Google Shape;119;p16"/>
          <p:cNvSpPr txBox="1">
            <a:spLocks noGrp="1"/>
          </p:cNvSpPr>
          <p:nvPr>
            <p:ph type="body" idx="3"/>
          </p:nvPr>
        </p:nvSpPr>
        <p:spPr>
          <a:xfrm>
            <a:off x="489347" y="3620408"/>
            <a:ext cx="2205000" cy="4944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800"/>
              <a:buNone/>
              <a:defRPr sz="11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120" name="Google Shape;120;p16"/>
          <p:cNvSpPr txBox="1">
            <a:spLocks noGrp="1"/>
          </p:cNvSpPr>
          <p:nvPr>
            <p:ph type="body" idx="4"/>
          </p:nvPr>
        </p:nvSpPr>
        <p:spPr>
          <a:xfrm>
            <a:off x="2917031" y="3188212"/>
            <a:ext cx="2197800" cy="432300"/>
          </a:xfrm>
          <a:prstGeom prst="rect">
            <a:avLst/>
          </a:prstGeom>
          <a:noFill/>
          <a:ln>
            <a:noFill/>
          </a:ln>
        </p:spPr>
        <p:txBody>
          <a:bodyPr spcFirstLastPara="1" wrap="square" lIns="68575" tIns="34275" rIns="68575" bIns="34275" anchor="b" anchorCtr="0">
            <a:noAutofit/>
          </a:bodyPr>
          <a:lstStyle>
            <a:lvl1pPr marL="457200" lvl="0" indent="-228600" algn="l">
              <a:spcBef>
                <a:spcPts val="800"/>
              </a:spcBef>
              <a:spcAft>
                <a:spcPts val="0"/>
              </a:spcAft>
              <a:buSzPts val="1400"/>
              <a:buNone/>
              <a:defRPr sz="1800" b="0">
                <a:solidFill>
                  <a:schemeClr val="dk2"/>
                </a:solidFill>
              </a:defRPr>
            </a:lvl1pPr>
            <a:lvl2pPr marL="914400" lvl="1" indent="-228600" algn="l">
              <a:spcBef>
                <a:spcPts val="800"/>
              </a:spcBef>
              <a:spcAft>
                <a:spcPts val="0"/>
              </a:spcAft>
              <a:buSzPts val="1200"/>
              <a:buNone/>
              <a:defRPr sz="1500" b="1"/>
            </a:lvl2pPr>
            <a:lvl3pPr marL="1371600" lvl="2" indent="-228600" algn="l">
              <a:spcBef>
                <a:spcPts val="800"/>
              </a:spcBef>
              <a:spcAft>
                <a:spcPts val="0"/>
              </a:spcAft>
              <a:buSzPts val="1100"/>
              <a:buNone/>
              <a:defRPr sz="1400" b="1"/>
            </a:lvl3pPr>
            <a:lvl4pPr marL="1828800" lvl="3" indent="-228600" algn="l">
              <a:spcBef>
                <a:spcPts val="800"/>
              </a:spcBef>
              <a:spcAft>
                <a:spcPts val="0"/>
              </a:spcAft>
              <a:buSzPts val="1000"/>
              <a:buNone/>
              <a:defRPr sz="1200" b="1"/>
            </a:lvl4pPr>
            <a:lvl5pPr marL="2286000" lvl="4" indent="-228600" algn="l">
              <a:spcBef>
                <a:spcPts val="800"/>
              </a:spcBef>
              <a:spcAft>
                <a:spcPts val="0"/>
              </a:spcAft>
              <a:buSzPts val="1000"/>
              <a:buNone/>
              <a:defRPr sz="1200" b="1"/>
            </a:lvl5pPr>
            <a:lvl6pPr marL="2743200" lvl="5" indent="-228600" algn="l">
              <a:spcBef>
                <a:spcPts val="800"/>
              </a:spcBef>
              <a:spcAft>
                <a:spcPts val="0"/>
              </a:spcAft>
              <a:buSzPts val="1000"/>
              <a:buNone/>
              <a:defRPr sz="1200" b="1"/>
            </a:lvl6pPr>
            <a:lvl7pPr marL="3200400" lvl="6" indent="-228600" algn="l">
              <a:spcBef>
                <a:spcPts val="800"/>
              </a:spcBef>
              <a:spcAft>
                <a:spcPts val="0"/>
              </a:spcAft>
              <a:buSzPts val="1000"/>
              <a:buNone/>
              <a:defRPr sz="1200" b="1"/>
            </a:lvl7pPr>
            <a:lvl8pPr marL="3657600" lvl="7" indent="-228600" algn="l">
              <a:spcBef>
                <a:spcPts val="800"/>
              </a:spcBef>
              <a:spcAft>
                <a:spcPts val="0"/>
              </a:spcAft>
              <a:buSzPts val="1000"/>
              <a:buNone/>
              <a:defRPr sz="1200" b="1"/>
            </a:lvl8pPr>
            <a:lvl9pPr marL="4114800" lvl="8" indent="-228600" algn="l">
              <a:spcBef>
                <a:spcPts val="800"/>
              </a:spcBef>
              <a:spcAft>
                <a:spcPts val="0"/>
              </a:spcAft>
              <a:buSzPts val="1000"/>
              <a:buNone/>
              <a:defRPr sz="1200" b="1"/>
            </a:lvl9pPr>
          </a:lstStyle>
          <a:p>
            <a:endParaRPr/>
          </a:p>
        </p:txBody>
      </p:sp>
      <p:sp>
        <p:nvSpPr>
          <p:cNvPr id="121" name="Google Shape;121;p16"/>
          <p:cNvSpPr>
            <a:spLocks noGrp="1"/>
          </p:cNvSpPr>
          <p:nvPr>
            <p:ph type="pic" idx="5"/>
          </p:nvPr>
        </p:nvSpPr>
        <p:spPr>
          <a:xfrm>
            <a:off x="2917031" y="1657350"/>
            <a:ext cx="2197800" cy="1143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2" name="Google Shape;122;p16"/>
          <p:cNvSpPr txBox="1">
            <a:spLocks noGrp="1"/>
          </p:cNvSpPr>
          <p:nvPr>
            <p:ph type="body" idx="6"/>
          </p:nvPr>
        </p:nvSpPr>
        <p:spPr>
          <a:xfrm>
            <a:off x="2916017" y="3620407"/>
            <a:ext cx="2200800" cy="4944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800"/>
              <a:buNone/>
              <a:defRPr sz="11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sp>
        <p:nvSpPr>
          <p:cNvPr id="123" name="Google Shape;123;p16"/>
          <p:cNvSpPr txBox="1">
            <a:spLocks noGrp="1"/>
          </p:cNvSpPr>
          <p:nvPr>
            <p:ph type="body" idx="7"/>
          </p:nvPr>
        </p:nvSpPr>
        <p:spPr>
          <a:xfrm>
            <a:off x="5343525" y="3188212"/>
            <a:ext cx="2199000" cy="432300"/>
          </a:xfrm>
          <a:prstGeom prst="rect">
            <a:avLst/>
          </a:prstGeom>
          <a:noFill/>
          <a:ln>
            <a:noFill/>
          </a:ln>
        </p:spPr>
        <p:txBody>
          <a:bodyPr spcFirstLastPara="1" wrap="square" lIns="68575" tIns="34275" rIns="68575" bIns="34275" anchor="b" anchorCtr="0">
            <a:noAutofit/>
          </a:bodyPr>
          <a:lstStyle>
            <a:lvl1pPr marL="457200" lvl="0" indent="-228600" algn="l">
              <a:spcBef>
                <a:spcPts val="800"/>
              </a:spcBef>
              <a:spcAft>
                <a:spcPts val="0"/>
              </a:spcAft>
              <a:buSzPts val="1400"/>
              <a:buNone/>
              <a:defRPr sz="1800" b="0">
                <a:solidFill>
                  <a:schemeClr val="dk2"/>
                </a:solidFill>
              </a:defRPr>
            </a:lvl1pPr>
            <a:lvl2pPr marL="914400" lvl="1" indent="-228600" algn="l">
              <a:spcBef>
                <a:spcPts val="800"/>
              </a:spcBef>
              <a:spcAft>
                <a:spcPts val="0"/>
              </a:spcAft>
              <a:buSzPts val="1200"/>
              <a:buNone/>
              <a:defRPr sz="1500" b="1"/>
            </a:lvl2pPr>
            <a:lvl3pPr marL="1371600" lvl="2" indent="-228600" algn="l">
              <a:spcBef>
                <a:spcPts val="800"/>
              </a:spcBef>
              <a:spcAft>
                <a:spcPts val="0"/>
              </a:spcAft>
              <a:buSzPts val="1100"/>
              <a:buNone/>
              <a:defRPr sz="1400" b="1"/>
            </a:lvl3pPr>
            <a:lvl4pPr marL="1828800" lvl="3" indent="-228600" algn="l">
              <a:spcBef>
                <a:spcPts val="800"/>
              </a:spcBef>
              <a:spcAft>
                <a:spcPts val="0"/>
              </a:spcAft>
              <a:buSzPts val="1000"/>
              <a:buNone/>
              <a:defRPr sz="1200" b="1"/>
            </a:lvl4pPr>
            <a:lvl5pPr marL="2286000" lvl="4" indent="-228600" algn="l">
              <a:spcBef>
                <a:spcPts val="800"/>
              </a:spcBef>
              <a:spcAft>
                <a:spcPts val="0"/>
              </a:spcAft>
              <a:buSzPts val="1000"/>
              <a:buNone/>
              <a:defRPr sz="1200" b="1"/>
            </a:lvl5pPr>
            <a:lvl6pPr marL="2743200" lvl="5" indent="-228600" algn="l">
              <a:spcBef>
                <a:spcPts val="800"/>
              </a:spcBef>
              <a:spcAft>
                <a:spcPts val="0"/>
              </a:spcAft>
              <a:buSzPts val="1000"/>
              <a:buNone/>
              <a:defRPr sz="1200" b="1"/>
            </a:lvl6pPr>
            <a:lvl7pPr marL="3200400" lvl="6" indent="-228600" algn="l">
              <a:spcBef>
                <a:spcPts val="800"/>
              </a:spcBef>
              <a:spcAft>
                <a:spcPts val="0"/>
              </a:spcAft>
              <a:buSzPts val="1000"/>
              <a:buNone/>
              <a:defRPr sz="1200" b="1"/>
            </a:lvl7pPr>
            <a:lvl8pPr marL="3657600" lvl="7" indent="-228600" algn="l">
              <a:spcBef>
                <a:spcPts val="800"/>
              </a:spcBef>
              <a:spcAft>
                <a:spcPts val="0"/>
              </a:spcAft>
              <a:buSzPts val="1000"/>
              <a:buNone/>
              <a:defRPr sz="1200" b="1"/>
            </a:lvl8pPr>
            <a:lvl9pPr marL="4114800" lvl="8" indent="-228600" algn="l">
              <a:spcBef>
                <a:spcPts val="800"/>
              </a:spcBef>
              <a:spcAft>
                <a:spcPts val="0"/>
              </a:spcAft>
              <a:buSzPts val="1000"/>
              <a:buNone/>
              <a:defRPr sz="1200" b="1"/>
            </a:lvl9pPr>
          </a:lstStyle>
          <a:p>
            <a:endParaRPr/>
          </a:p>
        </p:txBody>
      </p:sp>
      <p:sp>
        <p:nvSpPr>
          <p:cNvPr id="124" name="Google Shape;124;p16"/>
          <p:cNvSpPr>
            <a:spLocks noGrp="1"/>
          </p:cNvSpPr>
          <p:nvPr>
            <p:ph type="pic" idx="8"/>
          </p:nvPr>
        </p:nvSpPr>
        <p:spPr>
          <a:xfrm>
            <a:off x="5343524" y="1657350"/>
            <a:ext cx="2199000" cy="1143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5" name="Google Shape;125;p16"/>
          <p:cNvSpPr txBox="1">
            <a:spLocks noGrp="1"/>
          </p:cNvSpPr>
          <p:nvPr>
            <p:ph type="body" idx="9"/>
          </p:nvPr>
        </p:nvSpPr>
        <p:spPr>
          <a:xfrm>
            <a:off x="5343431" y="3620406"/>
            <a:ext cx="2202000" cy="494400"/>
          </a:xfrm>
          <a:prstGeom prst="rect">
            <a:avLst/>
          </a:prstGeom>
          <a:noFill/>
          <a:ln>
            <a:noFill/>
          </a:ln>
        </p:spPr>
        <p:txBody>
          <a:bodyPr spcFirstLastPara="1" wrap="square" lIns="68575" tIns="34275" rIns="68575" bIns="34275" anchor="t" anchorCtr="0">
            <a:normAutofit/>
          </a:bodyPr>
          <a:lstStyle>
            <a:lvl1pPr marL="457200" lvl="0" indent="-228600" algn="l">
              <a:spcBef>
                <a:spcPts val="800"/>
              </a:spcBef>
              <a:spcAft>
                <a:spcPts val="0"/>
              </a:spcAft>
              <a:buSzPts val="800"/>
              <a:buNone/>
              <a:defRPr sz="1100"/>
            </a:lvl1pPr>
            <a:lvl2pPr marL="914400" lvl="1" indent="-228600" algn="l">
              <a:spcBef>
                <a:spcPts val="800"/>
              </a:spcBef>
              <a:spcAft>
                <a:spcPts val="0"/>
              </a:spcAft>
              <a:buSzPts val="700"/>
              <a:buNone/>
              <a:defRPr sz="900"/>
            </a:lvl2pPr>
            <a:lvl3pPr marL="1371600" lvl="2" indent="-228600" algn="l">
              <a:spcBef>
                <a:spcPts val="800"/>
              </a:spcBef>
              <a:spcAft>
                <a:spcPts val="0"/>
              </a:spcAft>
              <a:buSzPts val="600"/>
              <a:buNone/>
              <a:defRPr sz="800"/>
            </a:lvl3pPr>
            <a:lvl4pPr marL="1828800" lvl="3" indent="-228600" algn="l">
              <a:spcBef>
                <a:spcPts val="800"/>
              </a:spcBef>
              <a:spcAft>
                <a:spcPts val="0"/>
              </a:spcAft>
              <a:buSzPts val="500"/>
              <a:buNone/>
              <a:defRPr sz="700"/>
            </a:lvl4pPr>
            <a:lvl5pPr marL="2286000" lvl="4" indent="-228600" algn="l">
              <a:spcBef>
                <a:spcPts val="800"/>
              </a:spcBef>
              <a:spcAft>
                <a:spcPts val="0"/>
              </a:spcAft>
              <a:buSzPts val="500"/>
              <a:buNone/>
              <a:defRPr sz="700"/>
            </a:lvl5pPr>
            <a:lvl6pPr marL="2743200" lvl="5" indent="-228600" algn="l">
              <a:spcBef>
                <a:spcPts val="800"/>
              </a:spcBef>
              <a:spcAft>
                <a:spcPts val="0"/>
              </a:spcAft>
              <a:buSzPts val="500"/>
              <a:buNone/>
              <a:defRPr sz="700"/>
            </a:lvl6pPr>
            <a:lvl7pPr marL="3200400" lvl="6" indent="-228600" algn="l">
              <a:spcBef>
                <a:spcPts val="800"/>
              </a:spcBef>
              <a:spcAft>
                <a:spcPts val="0"/>
              </a:spcAft>
              <a:buSzPts val="500"/>
              <a:buNone/>
              <a:defRPr sz="700"/>
            </a:lvl7pPr>
            <a:lvl8pPr marL="3657600" lvl="7" indent="-228600" algn="l">
              <a:spcBef>
                <a:spcPts val="800"/>
              </a:spcBef>
              <a:spcAft>
                <a:spcPts val="0"/>
              </a:spcAft>
              <a:buSzPts val="500"/>
              <a:buNone/>
              <a:defRPr sz="700"/>
            </a:lvl8pPr>
            <a:lvl9pPr marL="4114800" lvl="8" indent="-228600" algn="l">
              <a:spcBef>
                <a:spcPts val="800"/>
              </a:spcBef>
              <a:spcAft>
                <a:spcPts val="0"/>
              </a:spcAft>
              <a:buSzPts val="500"/>
              <a:buNone/>
              <a:defRPr sz="700"/>
            </a:lvl9pPr>
          </a:lstStyle>
          <a:p>
            <a:endParaRPr/>
          </a:p>
        </p:txBody>
      </p:sp>
      <p:cxnSp>
        <p:nvCxnSpPr>
          <p:cNvPr id="126" name="Google Shape;126;p16"/>
          <p:cNvCxnSpPr/>
          <p:nvPr/>
        </p:nvCxnSpPr>
        <p:spPr>
          <a:xfrm>
            <a:off x="2794607" y="1600200"/>
            <a:ext cx="0" cy="2971800"/>
          </a:xfrm>
          <a:prstGeom prst="straightConnector1">
            <a:avLst/>
          </a:prstGeom>
          <a:noFill/>
          <a:ln w="12700" cap="flat" cmpd="sng">
            <a:solidFill>
              <a:schemeClr val="dk2">
                <a:alpha val="40000"/>
              </a:schemeClr>
            </a:solidFill>
            <a:prstDash val="solid"/>
            <a:round/>
            <a:headEnd type="none" w="sm" len="sm"/>
            <a:tailEnd type="none" w="sm" len="sm"/>
          </a:ln>
        </p:spPr>
      </p:cxnSp>
      <p:cxnSp>
        <p:nvCxnSpPr>
          <p:cNvPr id="127" name="Google Shape;127;p16"/>
          <p:cNvCxnSpPr/>
          <p:nvPr/>
        </p:nvCxnSpPr>
        <p:spPr>
          <a:xfrm>
            <a:off x="5221670" y="1600200"/>
            <a:ext cx="0" cy="2975100"/>
          </a:xfrm>
          <a:prstGeom prst="straightConnector1">
            <a:avLst/>
          </a:prstGeom>
          <a:noFill/>
          <a:ln w="12700" cap="flat" cmpd="sng">
            <a:solidFill>
              <a:schemeClr val="dk2">
                <a:alpha val="40000"/>
              </a:schemeClr>
            </a:solidFill>
            <a:prstDash val="solid"/>
            <a:round/>
            <a:headEnd type="none" w="sm" len="sm"/>
            <a:tailEnd type="none" w="sm" len="sm"/>
          </a:ln>
        </p:spPr>
      </p:cxnSp>
      <p:sp>
        <p:nvSpPr>
          <p:cNvPr id="128" name="Google Shape;128;p16"/>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16"/>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16"/>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Заголовок и вертикальный текст" type="vertTx">
  <p:cSld name="VERTICAL_TEXT">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484583" y="339539"/>
            <a:ext cx="7053600" cy="10503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lt2"/>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3" name="Google Shape;133;p17"/>
          <p:cNvSpPr txBox="1">
            <a:spLocks noGrp="1"/>
          </p:cNvSpPr>
          <p:nvPr>
            <p:ph type="body" idx="1"/>
          </p:nvPr>
        </p:nvSpPr>
        <p:spPr>
          <a:xfrm rot="5400000">
            <a:off x="2609140" y="-241861"/>
            <a:ext cx="3146700" cy="6709800"/>
          </a:xfrm>
          <a:prstGeom prst="rect">
            <a:avLst/>
          </a:prstGeom>
          <a:noFill/>
          <a:ln>
            <a:noFill/>
          </a:ln>
        </p:spPr>
        <p:txBody>
          <a:bodyPr spcFirstLastPara="1" wrap="square" lIns="68575" tIns="34275" rIns="68575" bIns="34275" anchor="t" anchorCtr="0">
            <a:normAutofit/>
          </a:bodyPr>
          <a:lstStyle>
            <a:lvl1pPr marL="457200" lvl="0" indent="-298450" algn="l">
              <a:spcBef>
                <a:spcPts val="800"/>
              </a:spcBef>
              <a:spcAft>
                <a:spcPts val="0"/>
              </a:spcAft>
              <a:buSzPts val="1100"/>
              <a:buChar char="►"/>
              <a:defRPr/>
            </a:lvl1pPr>
            <a:lvl2pPr marL="914400" lvl="1" indent="-298450" algn="l">
              <a:spcBef>
                <a:spcPts val="800"/>
              </a:spcBef>
              <a:spcAft>
                <a:spcPts val="0"/>
              </a:spcAft>
              <a:buSzPts val="1100"/>
              <a:buChar char="►"/>
              <a:defRPr/>
            </a:lvl2pPr>
            <a:lvl3pPr marL="1371600" lvl="2" indent="-298450" algn="l">
              <a:spcBef>
                <a:spcPts val="800"/>
              </a:spcBef>
              <a:spcAft>
                <a:spcPts val="0"/>
              </a:spcAft>
              <a:buSzPts val="1100"/>
              <a:buChar char="►"/>
              <a:defRPr/>
            </a:lvl3pPr>
            <a:lvl4pPr marL="1828800" lvl="3" indent="-298450" algn="l">
              <a:spcBef>
                <a:spcPts val="800"/>
              </a:spcBef>
              <a:spcAft>
                <a:spcPts val="0"/>
              </a:spcAft>
              <a:buSzPts val="1100"/>
              <a:buChar char="►"/>
              <a:defRPr/>
            </a:lvl4pPr>
            <a:lvl5pPr marL="2286000" lvl="4" indent="-298450" algn="l">
              <a:spcBef>
                <a:spcPts val="800"/>
              </a:spcBef>
              <a:spcAft>
                <a:spcPts val="0"/>
              </a:spcAft>
              <a:buSzPts val="1100"/>
              <a:buChar char="►"/>
              <a:defRPr/>
            </a:lvl5pPr>
            <a:lvl6pPr marL="2743200" lvl="5" indent="-298450" algn="l">
              <a:spcBef>
                <a:spcPts val="800"/>
              </a:spcBef>
              <a:spcAft>
                <a:spcPts val="0"/>
              </a:spcAft>
              <a:buSzPts val="1100"/>
              <a:buChar char="►"/>
              <a:defRPr/>
            </a:lvl6pPr>
            <a:lvl7pPr marL="3200400" lvl="6" indent="-298450" algn="l">
              <a:spcBef>
                <a:spcPts val="800"/>
              </a:spcBef>
              <a:spcAft>
                <a:spcPts val="0"/>
              </a:spcAft>
              <a:buSzPts val="1100"/>
              <a:buChar char="►"/>
              <a:defRPr/>
            </a:lvl7pPr>
            <a:lvl8pPr marL="3657600" lvl="7" indent="-298450" algn="l">
              <a:spcBef>
                <a:spcPts val="800"/>
              </a:spcBef>
              <a:spcAft>
                <a:spcPts val="0"/>
              </a:spcAft>
              <a:buSzPts val="1100"/>
              <a:buChar char="►"/>
              <a:defRPr/>
            </a:lvl8pPr>
            <a:lvl9pPr marL="4114800" lvl="8" indent="-298450" algn="l">
              <a:spcBef>
                <a:spcPts val="800"/>
              </a:spcBef>
              <a:spcAft>
                <a:spcPts val="0"/>
              </a:spcAft>
              <a:buSzPts val="1100"/>
              <a:buChar char="►"/>
              <a:defRPr/>
            </a:lvl9pPr>
          </a:lstStyle>
          <a:p>
            <a:endParaRPr/>
          </a:p>
        </p:txBody>
      </p:sp>
      <p:sp>
        <p:nvSpPr>
          <p:cNvPr id="134" name="Google Shape;134;p17"/>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17"/>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17"/>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Вертикальный заголовок и текст" type="vertTitleAndTx">
  <p:cSld name="VERTICAL_TITLE_AND_VERTICAL_TEXT">
    <p:spTree>
      <p:nvGrpSpPr>
        <p:cNvPr id="1" name="Shape 137"/>
        <p:cNvGrpSpPr/>
        <p:nvPr/>
      </p:nvGrpSpPr>
      <p:grpSpPr>
        <a:xfrm>
          <a:off x="0" y="0"/>
          <a:ext cx="0" cy="0"/>
          <a:chOff x="0" y="0"/>
          <a:chExt cx="0" cy="0"/>
        </a:xfrm>
      </p:grpSpPr>
      <p:sp>
        <p:nvSpPr>
          <p:cNvPr id="138" name="Google Shape;138;p18"/>
          <p:cNvSpPr txBox="1">
            <a:spLocks noGrp="1"/>
          </p:cNvSpPr>
          <p:nvPr>
            <p:ph type="title"/>
          </p:nvPr>
        </p:nvSpPr>
        <p:spPr>
          <a:xfrm rot="5400000">
            <a:off x="4700560" y="1850110"/>
            <a:ext cx="4369500" cy="1314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2"/>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9" name="Google Shape;139;p18"/>
          <p:cNvSpPr txBox="1">
            <a:spLocks noGrp="1"/>
          </p:cNvSpPr>
          <p:nvPr>
            <p:ph type="body" idx="1"/>
          </p:nvPr>
        </p:nvSpPr>
        <p:spPr>
          <a:xfrm rot="5400000">
            <a:off x="1259709" y="-104840"/>
            <a:ext cx="4026600" cy="5567400"/>
          </a:xfrm>
          <a:prstGeom prst="rect">
            <a:avLst/>
          </a:prstGeom>
          <a:noFill/>
          <a:ln>
            <a:noFill/>
          </a:ln>
        </p:spPr>
        <p:txBody>
          <a:bodyPr spcFirstLastPara="1" wrap="square" lIns="68575" tIns="34275" rIns="68575" bIns="34275" anchor="t" anchorCtr="0">
            <a:normAutofit/>
          </a:bodyPr>
          <a:lstStyle>
            <a:lvl1pPr marL="457200" lvl="0" indent="-298450" algn="l">
              <a:spcBef>
                <a:spcPts val="800"/>
              </a:spcBef>
              <a:spcAft>
                <a:spcPts val="0"/>
              </a:spcAft>
              <a:buSzPts val="1100"/>
              <a:buChar char="►"/>
              <a:defRPr/>
            </a:lvl1pPr>
            <a:lvl2pPr marL="914400" lvl="1" indent="-298450" algn="l">
              <a:spcBef>
                <a:spcPts val="800"/>
              </a:spcBef>
              <a:spcAft>
                <a:spcPts val="0"/>
              </a:spcAft>
              <a:buSzPts val="1100"/>
              <a:buChar char="►"/>
              <a:defRPr/>
            </a:lvl2pPr>
            <a:lvl3pPr marL="1371600" lvl="2" indent="-298450" algn="l">
              <a:spcBef>
                <a:spcPts val="800"/>
              </a:spcBef>
              <a:spcAft>
                <a:spcPts val="0"/>
              </a:spcAft>
              <a:buSzPts val="1100"/>
              <a:buChar char="►"/>
              <a:defRPr/>
            </a:lvl3pPr>
            <a:lvl4pPr marL="1828800" lvl="3" indent="-298450" algn="l">
              <a:spcBef>
                <a:spcPts val="800"/>
              </a:spcBef>
              <a:spcAft>
                <a:spcPts val="0"/>
              </a:spcAft>
              <a:buSzPts val="1100"/>
              <a:buChar char="►"/>
              <a:defRPr/>
            </a:lvl4pPr>
            <a:lvl5pPr marL="2286000" lvl="4" indent="-298450" algn="l">
              <a:spcBef>
                <a:spcPts val="800"/>
              </a:spcBef>
              <a:spcAft>
                <a:spcPts val="0"/>
              </a:spcAft>
              <a:buSzPts val="1100"/>
              <a:buChar char="►"/>
              <a:defRPr/>
            </a:lvl5pPr>
            <a:lvl6pPr marL="2743200" lvl="5" indent="-298450" algn="l">
              <a:spcBef>
                <a:spcPts val="800"/>
              </a:spcBef>
              <a:spcAft>
                <a:spcPts val="0"/>
              </a:spcAft>
              <a:buSzPts val="1100"/>
              <a:buChar char="►"/>
              <a:defRPr/>
            </a:lvl6pPr>
            <a:lvl7pPr marL="3200400" lvl="6" indent="-298450" algn="l">
              <a:spcBef>
                <a:spcPts val="800"/>
              </a:spcBef>
              <a:spcAft>
                <a:spcPts val="0"/>
              </a:spcAft>
              <a:buSzPts val="1100"/>
              <a:buChar char="►"/>
              <a:defRPr/>
            </a:lvl7pPr>
            <a:lvl8pPr marL="3657600" lvl="7" indent="-298450" algn="l">
              <a:spcBef>
                <a:spcPts val="800"/>
              </a:spcBef>
              <a:spcAft>
                <a:spcPts val="0"/>
              </a:spcAft>
              <a:buSzPts val="1100"/>
              <a:buChar char="►"/>
              <a:defRPr/>
            </a:lvl8pPr>
            <a:lvl9pPr marL="4114800" lvl="8" indent="-298450" algn="l">
              <a:spcBef>
                <a:spcPts val="800"/>
              </a:spcBef>
              <a:spcAft>
                <a:spcPts val="0"/>
              </a:spcAft>
              <a:buSzPts val="1100"/>
              <a:buChar char="►"/>
              <a:defRPr/>
            </a:lvl9pPr>
          </a:lstStyle>
          <a:p>
            <a:endParaRPr/>
          </a:p>
        </p:txBody>
      </p:sp>
      <p:sp>
        <p:nvSpPr>
          <p:cNvPr id="140" name="Google Shape;140;p18"/>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1" name="Google Shape;141;p18"/>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2" name="Google Shape;142;p18"/>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3"/>
        <p:cNvGrpSpPr/>
        <p:nvPr/>
      </p:nvGrpSpPr>
      <p:grpSpPr>
        <a:xfrm>
          <a:off x="0" y="0"/>
          <a:ext cx="0" cy="0"/>
          <a:chOff x="0" y="0"/>
          <a:chExt cx="0" cy="0"/>
        </a:xfrm>
      </p:grpSpPr>
      <p:sp>
        <p:nvSpPr>
          <p:cNvPr id="144" name="Google Shape;144;p19"/>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lvl1pPr lvl="0" rtl="0">
              <a:spcBef>
                <a:spcPts val="0"/>
              </a:spcBef>
              <a:spcAft>
                <a:spcPts val="0"/>
              </a:spcAft>
              <a:buSzPts val="265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45" name="Google Shape;145;p19"/>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lvl1pPr marL="457200" lvl="0" indent="-304800" rtl="0">
              <a:spcBef>
                <a:spcPts val="800"/>
              </a:spcBef>
              <a:spcAft>
                <a:spcPts val="0"/>
              </a:spcAft>
              <a:buSzPts val="1200"/>
              <a:buChar char="►"/>
              <a:defRPr/>
            </a:lvl1pPr>
            <a:lvl2pPr marL="914400" lvl="1" indent="-298450" rtl="0">
              <a:spcBef>
                <a:spcPts val="800"/>
              </a:spcBef>
              <a:spcAft>
                <a:spcPts val="0"/>
              </a:spcAft>
              <a:buSzPts val="1100"/>
              <a:buChar char="►"/>
              <a:defRPr/>
            </a:lvl2pPr>
            <a:lvl3pPr marL="1371600" lvl="2" indent="-292100" rtl="0">
              <a:spcBef>
                <a:spcPts val="800"/>
              </a:spcBef>
              <a:spcAft>
                <a:spcPts val="0"/>
              </a:spcAft>
              <a:buSzPts val="1000"/>
              <a:buChar char="►"/>
              <a:defRPr/>
            </a:lvl3pPr>
            <a:lvl4pPr marL="1828800" lvl="3" indent="-279400" rtl="0">
              <a:spcBef>
                <a:spcPts val="800"/>
              </a:spcBef>
              <a:spcAft>
                <a:spcPts val="0"/>
              </a:spcAft>
              <a:buSzPts val="800"/>
              <a:buChar char="►"/>
              <a:defRPr/>
            </a:lvl4pPr>
            <a:lvl5pPr marL="2286000" lvl="4" indent="-279400" rtl="0">
              <a:spcBef>
                <a:spcPts val="800"/>
              </a:spcBef>
              <a:spcAft>
                <a:spcPts val="0"/>
              </a:spcAft>
              <a:buSzPts val="800"/>
              <a:buChar char="►"/>
              <a:defRPr/>
            </a:lvl5pPr>
            <a:lvl6pPr marL="2743200" lvl="5" indent="-279400" rtl="0">
              <a:spcBef>
                <a:spcPts val="800"/>
              </a:spcBef>
              <a:spcAft>
                <a:spcPts val="0"/>
              </a:spcAft>
              <a:buSzPts val="800"/>
              <a:buChar char="►"/>
              <a:defRPr/>
            </a:lvl6pPr>
            <a:lvl7pPr marL="3200400" lvl="6" indent="-279400" rtl="0">
              <a:spcBef>
                <a:spcPts val="800"/>
              </a:spcBef>
              <a:spcAft>
                <a:spcPts val="0"/>
              </a:spcAft>
              <a:buSzPts val="800"/>
              <a:buChar char="►"/>
              <a:defRPr/>
            </a:lvl7pPr>
            <a:lvl8pPr marL="3657600" lvl="7" indent="-279400" rtl="0">
              <a:spcBef>
                <a:spcPts val="800"/>
              </a:spcBef>
              <a:spcAft>
                <a:spcPts val="0"/>
              </a:spcAft>
              <a:buSzPts val="800"/>
              <a:buChar char="►"/>
              <a:defRPr/>
            </a:lvl8pPr>
            <a:lvl9pPr marL="4114800" lvl="8" indent="-279400" rtl="0">
              <a:spcBef>
                <a:spcPts val="800"/>
              </a:spcBef>
              <a:spcAft>
                <a:spcPts val="0"/>
              </a:spcAft>
              <a:buSzPts val="800"/>
              <a:buChar char="►"/>
              <a:defRPr/>
            </a:lvl9pPr>
          </a:lstStyle>
          <a:p>
            <a:endParaRPr/>
          </a:p>
        </p:txBody>
      </p:sp>
      <p:sp>
        <p:nvSpPr>
          <p:cNvPr id="146" name="Google Shape;146;p19"/>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20">
            <a:alphaModFix/>
          </a:blip>
          <a:srcRect l="3613"/>
          <a:stretch/>
        </p:blipFill>
        <p:spPr>
          <a:xfrm>
            <a:off x="0" y="2002264"/>
            <a:ext cx="3027758" cy="3141237"/>
          </a:xfrm>
          <a:prstGeom prst="rect">
            <a:avLst/>
          </a:prstGeom>
          <a:noFill/>
          <a:ln>
            <a:noFill/>
          </a:ln>
        </p:spPr>
      </p:pic>
      <p:pic>
        <p:nvPicPr>
          <p:cNvPr id="7" name="Google Shape;7;p1"/>
          <p:cNvPicPr preferRelativeResize="0"/>
          <p:nvPr/>
        </p:nvPicPr>
        <p:blipFill rotWithShape="1">
          <a:blip r:embed="rId21">
            <a:alphaModFix/>
          </a:blip>
          <a:srcRect l="35640"/>
          <a:stretch/>
        </p:blipFill>
        <p:spPr>
          <a:xfrm>
            <a:off x="0" y="2169260"/>
            <a:ext cx="1141809" cy="1774090"/>
          </a:xfrm>
          <a:prstGeom prst="rect">
            <a:avLst/>
          </a:prstGeom>
          <a:noFill/>
          <a:ln>
            <a:noFill/>
          </a:ln>
        </p:spPr>
      </p:pic>
      <p:sp>
        <p:nvSpPr>
          <p:cNvPr id="8" name="Google Shape;8;p1"/>
          <p:cNvSpPr/>
          <p:nvPr/>
        </p:nvSpPr>
        <p:spPr>
          <a:xfrm>
            <a:off x="6456759" y="1257300"/>
            <a:ext cx="2114700" cy="2114700"/>
          </a:xfrm>
          <a:prstGeom prst="ellipse">
            <a:avLst/>
          </a:prstGeom>
          <a:gradFill>
            <a:gsLst>
              <a:gs pos="0">
                <a:srgbClr val="FFFFFF">
                  <a:alpha val="6666"/>
                </a:srgbClr>
              </a:gs>
              <a:gs pos="36000">
                <a:srgbClr val="FFFFFF">
                  <a:alpha val="5882"/>
                </a:srgbClr>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9" name="Google Shape;9;p1"/>
          <p:cNvPicPr preferRelativeResize="0"/>
          <p:nvPr/>
        </p:nvPicPr>
        <p:blipFill rotWithShape="1">
          <a:blip r:embed="rId22">
            <a:alphaModFix/>
          </a:blip>
          <a:srcRect t="28812"/>
          <a:stretch/>
        </p:blipFill>
        <p:spPr>
          <a:xfrm>
            <a:off x="5999559" y="0"/>
            <a:ext cx="1202541" cy="856055"/>
          </a:xfrm>
          <a:prstGeom prst="rect">
            <a:avLst/>
          </a:prstGeom>
          <a:noFill/>
          <a:ln>
            <a:noFill/>
          </a:ln>
        </p:spPr>
      </p:pic>
      <p:pic>
        <p:nvPicPr>
          <p:cNvPr id="10" name="Google Shape;10;p1"/>
          <p:cNvPicPr preferRelativeResize="0"/>
          <p:nvPr/>
        </p:nvPicPr>
        <p:blipFill rotWithShape="1">
          <a:blip r:embed="rId23">
            <a:alphaModFix/>
          </a:blip>
          <a:srcRect b="23320"/>
          <a:stretch/>
        </p:blipFill>
        <p:spPr>
          <a:xfrm>
            <a:off x="6454408" y="4572000"/>
            <a:ext cx="745300" cy="571500"/>
          </a:xfrm>
          <a:prstGeom prst="rect">
            <a:avLst/>
          </a:prstGeom>
          <a:noFill/>
          <a:ln>
            <a:noFill/>
          </a:ln>
        </p:spPr>
      </p:pic>
      <p:sp>
        <p:nvSpPr>
          <p:cNvPr id="11" name="Google Shape;11;p1"/>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 name="Google Shape;12;p1"/>
          <p:cNvSpPr txBox="1">
            <a:spLocks noGrp="1"/>
          </p:cNvSpPr>
          <p:nvPr>
            <p:ph type="title"/>
          </p:nvPr>
        </p:nvSpPr>
        <p:spPr>
          <a:xfrm>
            <a:off x="484583" y="339539"/>
            <a:ext cx="7053600" cy="1050300"/>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Clr>
                <a:schemeClr val="lt2"/>
              </a:buClr>
              <a:buSzPts val="2650"/>
              <a:buFont typeface="Century Gothic"/>
              <a:buNone/>
              <a:defRPr sz="2650" b="1" i="0" u="none" strike="noStrike" cap="none">
                <a:solidFill>
                  <a:schemeClr val="lt2"/>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lt2"/>
                </a:solidFill>
              </a:defRPr>
            </a:lvl2pPr>
            <a:lvl3pPr marR="0" lvl="2" algn="l" rtl="0">
              <a:spcBef>
                <a:spcPts val="0"/>
              </a:spcBef>
              <a:spcAft>
                <a:spcPts val="0"/>
              </a:spcAft>
              <a:buSzPts val="1100"/>
              <a:buNone/>
              <a:defRPr sz="1400" b="0" i="0" u="none" strike="noStrike" cap="none">
                <a:solidFill>
                  <a:schemeClr val="lt2"/>
                </a:solidFill>
              </a:defRPr>
            </a:lvl3pPr>
            <a:lvl4pPr marR="0" lvl="3" algn="l" rtl="0">
              <a:spcBef>
                <a:spcPts val="0"/>
              </a:spcBef>
              <a:spcAft>
                <a:spcPts val="0"/>
              </a:spcAft>
              <a:buSzPts val="1100"/>
              <a:buNone/>
              <a:defRPr sz="1400" b="0" i="0" u="none" strike="noStrike" cap="none">
                <a:solidFill>
                  <a:schemeClr val="lt2"/>
                </a:solidFill>
              </a:defRPr>
            </a:lvl4pPr>
            <a:lvl5pPr marR="0" lvl="4" algn="l" rtl="0">
              <a:spcBef>
                <a:spcPts val="0"/>
              </a:spcBef>
              <a:spcAft>
                <a:spcPts val="0"/>
              </a:spcAft>
              <a:buSzPts val="1100"/>
              <a:buNone/>
              <a:defRPr sz="1400" b="0" i="0" u="none" strike="noStrike" cap="none">
                <a:solidFill>
                  <a:schemeClr val="lt2"/>
                </a:solidFill>
              </a:defRPr>
            </a:lvl5pPr>
            <a:lvl6pPr marR="0" lvl="5" algn="l" rtl="0">
              <a:spcBef>
                <a:spcPts val="0"/>
              </a:spcBef>
              <a:spcAft>
                <a:spcPts val="0"/>
              </a:spcAft>
              <a:buSzPts val="1100"/>
              <a:buNone/>
              <a:defRPr sz="1400" b="0" i="0" u="none" strike="noStrike" cap="none">
                <a:solidFill>
                  <a:schemeClr val="lt2"/>
                </a:solidFill>
              </a:defRPr>
            </a:lvl6pPr>
            <a:lvl7pPr marR="0" lvl="6" algn="l" rtl="0">
              <a:spcBef>
                <a:spcPts val="0"/>
              </a:spcBef>
              <a:spcAft>
                <a:spcPts val="0"/>
              </a:spcAft>
              <a:buSzPts val="1100"/>
              <a:buNone/>
              <a:defRPr sz="1400" b="0" i="0" u="none" strike="noStrike" cap="none">
                <a:solidFill>
                  <a:schemeClr val="lt2"/>
                </a:solidFill>
              </a:defRPr>
            </a:lvl7pPr>
            <a:lvl8pPr marR="0" lvl="7" algn="l" rtl="0">
              <a:spcBef>
                <a:spcPts val="0"/>
              </a:spcBef>
              <a:spcAft>
                <a:spcPts val="0"/>
              </a:spcAft>
              <a:buSzPts val="1100"/>
              <a:buNone/>
              <a:defRPr sz="1400" b="0" i="0" u="none" strike="noStrike" cap="none">
                <a:solidFill>
                  <a:schemeClr val="lt2"/>
                </a:solidFill>
              </a:defRPr>
            </a:lvl8pPr>
            <a:lvl9pPr marR="0" lvl="8" algn="l" rtl="0">
              <a:spcBef>
                <a:spcPts val="0"/>
              </a:spcBef>
              <a:spcAft>
                <a:spcPts val="0"/>
              </a:spcAft>
              <a:buSzPts val="1100"/>
              <a:buNone/>
              <a:defRPr sz="1400" b="0" i="0" u="none" strike="noStrike" cap="none">
                <a:solidFill>
                  <a:schemeClr val="lt2"/>
                </a:solidFill>
              </a:defRPr>
            </a:lvl9pPr>
          </a:lstStyle>
          <a:p>
            <a:endParaRPr/>
          </a:p>
        </p:txBody>
      </p:sp>
      <p:sp>
        <p:nvSpPr>
          <p:cNvPr id="13" name="Google Shape;13;p1"/>
          <p:cNvSpPr txBox="1">
            <a:spLocks noGrp="1"/>
          </p:cNvSpPr>
          <p:nvPr>
            <p:ph type="body" idx="1"/>
          </p:nvPr>
        </p:nvSpPr>
        <p:spPr>
          <a:xfrm>
            <a:off x="827484" y="1539689"/>
            <a:ext cx="6709800" cy="3146700"/>
          </a:xfrm>
          <a:prstGeom prst="rect">
            <a:avLst/>
          </a:prstGeom>
          <a:noFill/>
          <a:ln>
            <a:noFill/>
          </a:ln>
        </p:spPr>
        <p:txBody>
          <a:bodyPr spcFirstLastPara="1" wrap="square" lIns="68575" tIns="34275" rIns="68575" bIns="34275" anchor="t" anchorCtr="0">
            <a:normAutofit/>
          </a:bodyPr>
          <a:lstStyle>
            <a:lvl1pPr marL="457200" marR="0" lvl="0" indent="-304800" algn="l" rtl="0">
              <a:spcBef>
                <a:spcPts val="800"/>
              </a:spcBef>
              <a:spcAft>
                <a:spcPts val="0"/>
              </a:spcAft>
              <a:buClr>
                <a:schemeClr val="dk2"/>
              </a:buClr>
              <a:buSzPts val="1200"/>
              <a:buFont typeface="Noto Sans Symbols"/>
              <a:buChar char="►"/>
              <a:defRPr sz="1500" b="0" i="0" u="none" strike="noStrike" cap="none">
                <a:solidFill>
                  <a:schemeClr val="lt1"/>
                </a:solidFill>
                <a:latin typeface="Century Gothic"/>
                <a:ea typeface="Century Gothic"/>
                <a:cs typeface="Century Gothic"/>
                <a:sym typeface="Century Gothic"/>
              </a:defRPr>
            </a:lvl1pPr>
            <a:lvl2pPr marL="914400" marR="0" lvl="1" indent="-298450" algn="l" rtl="0">
              <a:spcBef>
                <a:spcPts val="800"/>
              </a:spcBef>
              <a:spcAft>
                <a:spcPts val="0"/>
              </a:spcAft>
              <a:buClr>
                <a:schemeClr val="dk2"/>
              </a:buClr>
              <a:buSzPts val="1100"/>
              <a:buFont typeface="Noto Sans Symbols"/>
              <a:buChar char="►"/>
              <a:defRPr sz="1400" b="0" i="0" u="none" strike="noStrike" cap="none">
                <a:solidFill>
                  <a:schemeClr val="lt1"/>
                </a:solidFill>
                <a:latin typeface="Century Gothic"/>
                <a:ea typeface="Century Gothic"/>
                <a:cs typeface="Century Gothic"/>
                <a:sym typeface="Century Gothic"/>
              </a:defRPr>
            </a:lvl2pPr>
            <a:lvl3pPr marL="1371600" marR="0" lvl="2" indent="-292100" algn="l" rtl="0">
              <a:spcBef>
                <a:spcPts val="800"/>
              </a:spcBef>
              <a:spcAft>
                <a:spcPts val="0"/>
              </a:spcAft>
              <a:buClr>
                <a:schemeClr val="dk2"/>
              </a:buClr>
              <a:buSzPts val="1000"/>
              <a:buFont typeface="Noto Sans Symbols"/>
              <a:buChar char="►"/>
              <a:defRPr sz="1200" b="0" i="0" u="none" strike="noStrike" cap="none">
                <a:solidFill>
                  <a:schemeClr val="lt1"/>
                </a:solidFill>
                <a:latin typeface="Century Gothic"/>
                <a:ea typeface="Century Gothic"/>
                <a:cs typeface="Century Gothic"/>
                <a:sym typeface="Century Gothic"/>
              </a:defRPr>
            </a:lvl3pPr>
            <a:lvl4pPr marL="1828800" marR="0" lvl="3" indent="-279400" algn="l" rtl="0">
              <a:spcBef>
                <a:spcPts val="800"/>
              </a:spcBef>
              <a:spcAft>
                <a:spcPts val="0"/>
              </a:spcAft>
              <a:buClr>
                <a:schemeClr val="dk2"/>
              </a:buClr>
              <a:buSzPts val="800"/>
              <a:buFont typeface="Noto Sans Symbols"/>
              <a:buChar char="►"/>
              <a:defRPr sz="1100" b="0" i="0" u="none" strike="noStrike" cap="none">
                <a:solidFill>
                  <a:schemeClr val="lt1"/>
                </a:solidFill>
                <a:latin typeface="Century Gothic"/>
                <a:ea typeface="Century Gothic"/>
                <a:cs typeface="Century Gothic"/>
                <a:sym typeface="Century Gothic"/>
              </a:defRPr>
            </a:lvl4pPr>
            <a:lvl5pPr marL="2286000" marR="0" lvl="4" indent="-279400" algn="l" rtl="0">
              <a:spcBef>
                <a:spcPts val="800"/>
              </a:spcBef>
              <a:spcAft>
                <a:spcPts val="0"/>
              </a:spcAft>
              <a:buClr>
                <a:schemeClr val="dk2"/>
              </a:buClr>
              <a:buSzPts val="800"/>
              <a:buFont typeface="Noto Sans Symbols"/>
              <a:buChar char="►"/>
              <a:defRPr sz="1100" b="0" i="0" u="none" strike="noStrike" cap="none">
                <a:solidFill>
                  <a:schemeClr val="lt1"/>
                </a:solidFill>
                <a:latin typeface="Century Gothic"/>
                <a:ea typeface="Century Gothic"/>
                <a:cs typeface="Century Gothic"/>
                <a:sym typeface="Century Gothic"/>
              </a:defRPr>
            </a:lvl5pPr>
            <a:lvl6pPr marL="2743200" marR="0" lvl="5" indent="-279400" algn="l" rtl="0">
              <a:spcBef>
                <a:spcPts val="800"/>
              </a:spcBef>
              <a:spcAft>
                <a:spcPts val="0"/>
              </a:spcAft>
              <a:buClr>
                <a:schemeClr val="dk2"/>
              </a:buClr>
              <a:buSzPts val="800"/>
              <a:buFont typeface="Noto Sans Symbols"/>
              <a:buChar char="►"/>
              <a:defRPr sz="1100" b="0" i="0" u="none" strike="noStrike" cap="none">
                <a:solidFill>
                  <a:schemeClr val="lt1"/>
                </a:solidFill>
                <a:latin typeface="Century Gothic"/>
                <a:ea typeface="Century Gothic"/>
                <a:cs typeface="Century Gothic"/>
                <a:sym typeface="Century Gothic"/>
              </a:defRPr>
            </a:lvl6pPr>
            <a:lvl7pPr marL="3200400" marR="0" lvl="6" indent="-279400" algn="l" rtl="0">
              <a:spcBef>
                <a:spcPts val="800"/>
              </a:spcBef>
              <a:spcAft>
                <a:spcPts val="0"/>
              </a:spcAft>
              <a:buClr>
                <a:schemeClr val="dk2"/>
              </a:buClr>
              <a:buSzPts val="800"/>
              <a:buFont typeface="Noto Sans Symbols"/>
              <a:buChar char="►"/>
              <a:defRPr sz="1100" b="0" i="0" u="none" strike="noStrike" cap="none">
                <a:solidFill>
                  <a:schemeClr val="lt1"/>
                </a:solidFill>
                <a:latin typeface="Century Gothic"/>
                <a:ea typeface="Century Gothic"/>
                <a:cs typeface="Century Gothic"/>
                <a:sym typeface="Century Gothic"/>
              </a:defRPr>
            </a:lvl7pPr>
            <a:lvl8pPr marL="3657600" marR="0" lvl="7" indent="-279400" algn="l" rtl="0">
              <a:spcBef>
                <a:spcPts val="800"/>
              </a:spcBef>
              <a:spcAft>
                <a:spcPts val="0"/>
              </a:spcAft>
              <a:buClr>
                <a:schemeClr val="dk2"/>
              </a:buClr>
              <a:buSzPts val="800"/>
              <a:buFont typeface="Noto Sans Symbols"/>
              <a:buChar char="►"/>
              <a:defRPr sz="1100" b="0" i="0" u="none" strike="noStrike" cap="none">
                <a:solidFill>
                  <a:schemeClr val="lt1"/>
                </a:solidFill>
                <a:latin typeface="Century Gothic"/>
                <a:ea typeface="Century Gothic"/>
                <a:cs typeface="Century Gothic"/>
                <a:sym typeface="Century Gothic"/>
              </a:defRPr>
            </a:lvl8pPr>
            <a:lvl9pPr marL="4114800" marR="0" lvl="8" indent="-279400" algn="l" rtl="0">
              <a:spcBef>
                <a:spcPts val="800"/>
              </a:spcBef>
              <a:spcAft>
                <a:spcPts val="0"/>
              </a:spcAft>
              <a:buClr>
                <a:schemeClr val="dk2"/>
              </a:buClr>
              <a:buSzPts val="800"/>
              <a:buFont typeface="Noto Sans Symbols"/>
              <a:buChar char="►"/>
              <a:defRPr sz="11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
          <p:cNvSpPr txBox="1">
            <a:spLocks noGrp="1"/>
          </p:cNvSpPr>
          <p:nvPr>
            <p:ph type="dt" idx="10"/>
          </p:nvPr>
        </p:nvSpPr>
        <p:spPr>
          <a:xfrm rot="5400000">
            <a:off x="7616804" y="1342951"/>
            <a:ext cx="742800" cy="228600"/>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800" b="0" i="0" u="none" strike="noStrike" cap="none">
                <a:solidFill>
                  <a:srgbClr val="898989"/>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9pPr>
          </a:lstStyle>
          <a:p>
            <a:endParaRPr/>
          </a:p>
        </p:txBody>
      </p:sp>
      <p:sp>
        <p:nvSpPr>
          <p:cNvPr id="15" name="Google Shape;15;p1"/>
          <p:cNvSpPr txBox="1">
            <a:spLocks noGrp="1"/>
          </p:cNvSpPr>
          <p:nvPr>
            <p:ph type="ftr" idx="11"/>
          </p:nvPr>
        </p:nvSpPr>
        <p:spPr>
          <a:xfrm rot="5400000">
            <a:off x="6713753" y="2418900"/>
            <a:ext cx="2894700" cy="228600"/>
          </a:xfrm>
          <a:prstGeom prst="rect">
            <a:avLst/>
          </a:prstGeom>
          <a:noFill/>
          <a:ln>
            <a:noFill/>
          </a:ln>
        </p:spPr>
        <p:txBody>
          <a:bodyPr spcFirstLastPara="1" wrap="square" lIns="68575" tIns="34275" rIns="68575" bIns="34275" anchor="b" anchorCtr="0">
            <a:noAutofit/>
          </a:bodyPr>
          <a:lstStyle>
            <a:lvl1pPr marR="0" lvl="0" algn="l" rtl="0">
              <a:spcBef>
                <a:spcPts val="0"/>
              </a:spcBef>
              <a:spcAft>
                <a:spcPts val="0"/>
              </a:spcAft>
              <a:buSzPts val="1100"/>
              <a:buNone/>
              <a:defRPr sz="800" b="0" i="0" u="none" strike="noStrike" cap="none">
                <a:solidFill>
                  <a:srgbClr val="898989"/>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9pPr>
          </a:lstStyle>
          <a:p>
            <a:endParaRPr/>
          </a:p>
        </p:txBody>
      </p:sp>
      <p:sp>
        <p:nvSpPr>
          <p:cNvPr id="16" name="Google Shape;16;p1"/>
          <p:cNvSpPr txBox="1">
            <a:spLocks noGrp="1"/>
          </p:cNvSpPr>
          <p:nvPr>
            <p:ph type="sldNum" idx="12"/>
          </p:nvPr>
        </p:nvSpPr>
        <p:spPr>
          <a:xfrm>
            <a:off x="7764405" y="221797"/>
            <a:ext cx="628500" cy="575700"/>
          </a:xfrm>
          <a:prstGeom prst="rect">
            <a:avLst/>
          </a:prstGeom>
          <a:noFill/>
          <a:ln>
            <a:noFill/>
          </a:ln>
        </p:spPr>
        <p:txBody>
          <a:bodyPr spcFirstLastPara="1" wrap="square" lIns="68575" tIns="34275" rIns="68575" bIns="34275" anchor="b" anchorCtr="0">
            <a:noAutofit/>
          </a:bodyPr>
          <a:lstStyle>
            <a:lvl1pPr marL="0" marR="0" lvl="0" indent="0" algn="ctr" rtl="0">
              <a:spcBef>
                <a:spcPts val="0"/>
              </a:spcBef>
              <a:buNone/>
              <a:defRPr sz="2100" b="0" i="0" u="none" strike="noStrike" cap="none">
                <a:solidFill>
                  <a:srgbClr val="898989"/>
                </a:solidFill>
                <a:latin typeface="Century Gothic"/>
                <a:ea typeface="Century Gothic"/>
                <a:cs typeface="Century Gothic"/>
                <a:sym typeface="Century Gothic"/>
              </a:defRPr>
            </a:lvl1pPr>
            <a:lvl2pPr marL="0" marR="0" lvl="1" indent="0" algn="ctr" rtl="0">
              <a:spcBef>
                <a:spcPts val="0"/>
              </a:spcBef>
              <a:buNone/>
              <a:defRPr sz="2100" b="0" i="0" u="none" strike="noStrike" cap="none">
                <a:solidFill>
                  <a:srgbClr val="898989"/>
                </a:solidFill>
                <a:latin typeface="Century Gothic"/>
                <a:ea typeface="Century Gothic"/>
                <a:cs typeface="Century Gothic"/>
                <a:sym typeface="Century Gothic"/>
              </a:defRPr>
            </a:lvl2pPr>
            <a:lvl3pPr marL="0" marR="0" lvl="2" indent="0" algn="ctr" rtl="0">
              <a:spcBef>
                <a:spcPts val="0"/>
              </a:spcBef>
              <a:buNone/>
              <a:defRPr sz="2100" b="0" i="0" u="none" strike="noStrike" cap="none">
                <a:solidFill>
                  <a:srgbClr val="898989"/>
                </a:solidFill>
                <a:latin typeface="Century Gothic"/>
                <a:ea typeface="Century Gothic"/>
                <a:cs typeface="Century Gothic"/>
                <a:sym typeface="Century Gothic"/>
              </a:defRPr>
            </a:lvl3pPr>
            <a:lvl4pPr marL="0" marR="0" lvl="3" indent="0" algn="ctr" rtl="0">
              <a:spcBef>
                <a:spcPts val="0"/>
              </a:spcBef>
              <a:buNone/>
              <a:defRPr sz="2100" b="0" i="0" u="none" strike="noStrike" cap="none">
                <a:solidFill>
                  <a:srgbClr val="898989"/>
                </a:solidFill>
                <a:latin typeface="Century Gothic"/>
                <a:ea typeface="Century Gothic"/>
                <a:cs typeface="Century Gothic"/>
                <a:sym typeface="Century Gothic"/>
              </a:defRPr>
            </a:lvl4pPr>
            <a:lvl5pPr marL="0" marR="0" lvl="4" indent="0" algn="ctr" rtl="0">
              <a:spcBef>
                <a:spcPts val="0"/>
              </a:spcBef>
              <a:buNone/>
              <a:defRPr sz="2100" b="0" i="0" u="none" strike="noStrike" cap="none">
                <a:solidFill>
                  <a:srgbClr val="898989"/>
                </a:solidFill>
                <a:latin typeface="Century Gothic"/>
                <a:ea typeface="Century Gothic"/>
                <a:cs typeface="Century Gothic"/>
                <a:sym typeface="Century Gothic"/>
              </a:defRPr>
            </a:lvl5pPr>
            <a:lvl6pPr marL="0" marR="0" lvl="5" indent="0" algn="ctr" rtl="0">
              <a:spcBef>
                <a:spcPts val="0"/>
              </a:spcBef>
              <a:buNone/>
              <a:defRPr sz="2100" b="0" i="0" u="none" strike="noStrike" cap="none">
                <a:solidFill>
                  <a:srgbClr val="898989"/>
                </a:solidFill>
                <a:latin typeface="Century Gothic"/>
                <a:ea typeface="Century Gothic"/>
                <a:cs typeface="Century Gothic"/>
                <a:sym typeface="Century Gothic"/>
              </a:defRPr>
            </a:lvl6pPr>
            <a:lvl7pPr marL="0" marR="0" lvl="6" indent="0" algn="ctr" rtl="0">
              <a:spcBef>
                <a:spcPts val="0"/>
              </a:spcBef>
              <a:buNone/>
              <a:defRPr sz="2100" b="0" i="0" u="none" strike="noStrike" cap="none">
                <a:solidFill>
                  <a:srgbClr val="898989"/>
                </a:solidFill>
                <a:latin typeface="Century Gothic"/>
                <a:ea typeface="Century Gothic"/>
                <a:cs typeface="Century Gothic"/>
                <a:sym typeface="Century Gothic"/>
              </a:defRPr>
            </a:lvl7pPr>
            <a:lvl8pPr marL="0" marR="0" lvl="7" indent="0" algn="ctr" rtl="0">
              <a:spcBef>
                <a:spcPts val="0"/>
              </a:spcBef>
              <a:buNone/>
              <a:defRPr sz="2100" b="0" i="0" u="none" strike="noStrike" cap="none">
                <a:solidFill>
                  <a:srgbClr val="898989"/>
                </a:solidFill>
                <a:latin typeface="Century Gothic"/>
                <a:ea typeface="Century Gothic"/>
                <a:cs typeface="Century Gothic"/>
                <a:sym typeface="Century Gothic"/>
              </a:defRPr>
            </a:lvl8pPr>
            <a:lvl9pPr marL="0" marR="0" lvl="8" indent="0" algn="ctr" rtl="0">
              <a:spcBef>
                <a:spcPts val="0"/>
              </a:spcBef>
              <a:buNone/>
              <a:defRPr sz="2100" b="0" i="0" u="none" strike="noStrike" cap="none">
                <a:solidFill>
                  <a:srgbClr val="898989"/>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r>
              <a:rPr lang="ru" sz="3250"/>
              <a:t>Введение в язык ассемблера</a:t>
            </a:r>
            <a:endParaRPr sz="3250"/>
          </a:p>
        </p:txBody>
      </p:sp>
      <p:sp>
        <p:nvSpPr>
          <p:cNvPr id="152" name="Google Shape;152;p20"/>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1</a:t>
            </a:fld>
            <a:endParaRPr/>
          </a:p>
        </p:txBody>
      </p:sp>
      <p:sp>
        <p:nvSpPr>
          <p:cNvPr id="153" name="Google Shape;153;p20"/>
          <p:cNvSpPr txBox="1">
            <a:spLocks noGrp="1"/>
          </p:cNvSpPr>
          <p:nvPr>
            <p:ph type="subTitle" idx="1"/>
          </p:nvPr>
        </p:nvSpPr>
        <p:spPr>
          <a:xfrm>
            <a:off x="866216" y="3583035"/>
            <a:ext cx="6619200" cy="6462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pic>
        <p:nvPicPr>
          <p:cNvPr id="154" name="Google Shape;154;p20" descr="Язык ассемблера. Особенности, макросы, формат операторов, псевдокоманды.  Часть 1."/>
          <p:cNvPicPr preferRelativeResize="0"/>
          <p:nvPr/>
        </p:nvPicPr>
        <p:blipFill>
          <a:blip r:embed="rId3">
            <a:alphaModFix/>
          </a:blip>
          <a:stretch>
            <a:fillRect/>
          </a:stretch>
        </p:blipFill>
        <p:spPr>
          <a:xfrm>
            <a:off x="2488775" y="1505575"/>
            <a:ext cx="3512975" cy="29469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ru"/>
              <a:t>Какие бывают ЯП</a:t>
            </a:r>
            <a:endParaRPr/>
          </a:p>
        </p:txBody>
      </p:sp>
      <p:sp>
        <p:nvSpPr>
          <p:cNvPr id="160" name="Google Shape;160;p21"/>
          <p:cNvSpPr txBox="1">
            <a:spLocks noGrp="1"/>
          </p:cNvSpPr>
          <p:nvPr>
            <p:ph type="subTitle" idx="1"/>
          </p:nvPr>
        </p:nvSpPr>
        <p:spPr>
          <a:xfrm>
            <a:off x="866225" y="1167575"/>
            <a:ext cx="6619200" cy="3892200"/>
          </a:xfrm>
          <a:prstGeom prst="rect">
            <a:avLst/>
          </a:prstGeom>
        </p:spPr>
        <p:txBody>
          <a:bodyPr spcFirstLastPara="1" wrap="square" lIns="68575" tIns="34275" rIns="68575" bIns="34275" anchor="t" anchorCtr="0">
            <a:noAutofit/>
          </a:bodyPr>
          <a:lstStyle/>
          <a:p>
            <a:pPr marL="0" lvl="0" indent="0" algn="just" rtl="0">
              <a:lnSpc>
                <a:spcPct val="115000"/>
              </a:lnSpc>
              <a:spcBef>
                <a:spcPts val="800"/>
              </a:spcBef>
              <a:spcAft>
                <a:spcPts val="0"/>
              </a:spcAft>
              <a:buNone/>
            </a:pPr>
            <a:r>
              <a:rPr lang="ru">
                <a:solidFill>
                  <a:schemeClr val="lt1"/>
                </a:solidFill>
              </a:rPr>
              <a:t>Язык высокого уровня - язык программирования, средства которого обеспечивают описание задачи в наглядном, легко воспринимаемом виде, удобном для программиста. (C++, Java, Python, Ruby, JavaScript, Swift)</a:t>
            </a:r>
            <a:br>
              <a:rPr lang="ru">
                <a:solidFill>
                  <a:schemeClr val="lt1"/>
                </a:solidFill>
              </a:rPr>
            </a:br>
            <a:endParaRPr>
              <a:solidFill>
                <a:schemeClr val="lt1"/>
              </a:solidFill>
            </a:endParaRPr>
          </a:p>
          <a:p>
            <a:pPr marL="0" lvl="0" indent="0" algn="just" rtl="0">
              <a:lnSpc>
                <a:spcPct val="115000"/>
              </a:lnSpc>
              <a:spcBef>
                <a:spcPts val="800"/>
              </a:spcBef>
              <a:spcAft>
                <a:spcPts val="0"/>
              </a:spcAft>
              <a:buNone/>
            </a:pPr>
            <a:r>
              <a:rPr lang="ru">
                <a:solidFill>
                  <a:schemeClr val="lt1"/>
                </a:solidFill>
              </a:rPr>
              <a:t>Язык низкого уровня -  язык программирования, близкий к программированию непосредственно в машинных кодах используемого реального или виртуального  процессора. Для обозначения машинных команд обычно применяется мнемоническое обозначение. Это позволяет запоминать команды не в виде последовательности двоичных нулей и единиц, а в виде осмысленных сокращений слов человеческого языка (обычно английских). (язык ассемблера)</a:t>
            </a:r>
            <a:endParaRPr>
              <a:solidFill>
                <a:schemeClr val="lt1"/>
              </a:solidFill>
            </a:endParaRPr>
          </a:p>
        </p:txBody>
      </p:sp>
      <p:sp>
        <p:nvSpPr>
          <p:cNvPr id="161" name="Google Shape;161;p21"/>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2"/>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ru" sz="2650">
                <a:solidFill>
                  <a:schemeClr val="lt1"/>
                </a:solidFill>
              </a:rPr>
              <a:t>Программа для вывода hello world</a:t>
            </a:r>
            <a:endParaRPr sz="2650">
              <a:solidFill>
                <a:schemeClr val="lt1"/>
              </a:solidFill>
            </a:endParaRPr>
          </a:p>
        </p:txBody>
      </p:sp>
      <p:sp>
        <p:nvSpPr>
          <p:cNvPr id="167" name="Google Shape;167;p22"/>
          <p:cNvSpPr txBox="1"/>
          <p:nvPr/>
        </p:nvSpPr>
        <p:spPr>
          <a:xfrm>
            <a:off x="203500" y="2627250"/>
            <a:ext cx="3025200" cy="147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#include &lt;iostream&gt;</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int main() {</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std::cout &lt;&lt; "Hello, World!\n";</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return 0;</a:t>
            </a:r>
            <a:endParaRPr sz="1500" b="1">
              <a:solidFill>
                <a:srgbClr val="0000FF"/>
              </a:solidFill>
              <a:latin typeface="Century Gothic"/>
              <a:ea typeface="Century Gothic"/>
              <a:cs typeface="Century Gothic"/>
              <a:sym typeface="Century Gothic"/>
            </a:endParaRPr>
          </a:p>
          <a:p>
            <a:pPr marL="0" lvl="0" indent="0" algn="l" rtl="0">
              <a:spcBef>
                <a:spcPts val="0"/>
              </a:spcBef>
              <a:spcAft>
                <a:spcPts val="0"/>
              </a:spcAft>
              <a:buNone/>
            </a:pPr>
            <a:endParaRPr sz="1500" b="1">
              <a:solidFill>
                <a:srgbClr val="0000FF"/>
              </a:solidFill>
              <a:latin typeface="Century Gothic"/>
              <a:ea typeface="Century Gothic"/>
              <a:cs typeface="Century Gothic"/>
              <a:sym typeface="Century Gothic"/>
            </a:endParaRPr>
          </a:p>
        </p:txBody>
      </p:sp>
      <p:sp>
        <p:nvSpPr>
          <p:cNvPr id="168" name="Google Shape;168;p22"/>
          <p:cNvSpPr txBox="1"/>
          <p:nvPr/>
        </p:nvSpPr>
        <p:spPr>
          <a:xfrm>
            <a:off x="4572000" y="1648950"/>
            <a:ext cx="3311700" cy="360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.global _start      </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.align 2</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_start:</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mov X0, #1</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adr X1, message</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mov X2, #19</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mov X16, #4</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svc #0x80</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mov     X0, #0</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mov     X16, #1</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    svc     #0x80</a:t>
            </a:r>
            <a:endParaRPr sz="1500" b="1">
              <a:solidFill>
                <a:srgbClr val="0000FF"/>
              </a:solidFill>
              <a:latin typeface="Century Gothic"/>
              <a:ea typeface="Century Gothic"/>
              <a:cs typeface="Century Gothic"/>
              <a:sym typeface="Century Gothic"/>
            </a:endParaRPr>
          </a:p>
          <a:p>
            <a:pPr marL="0" lvl="0" indent="0" algn="l" rtl="0">
              <a:lnSpc>
                <a:spcPct val="115000"/>
              </a:lnSpc>
              <a:spcBef>
                <a:spcPts val="0"/>
              </a:spcBef>
              <a:spcAft>
                <a:spcPts val="0"/>
              </a:spcAft>
              <a:buClr>
                <a:schemeClr val="dk1"/>
              </a:buClr>
              <a:buSzPts val="1100"/>
              <a:buFont typeface="Arial"/>
              <a:buNone/>
            </a:pPr>
            <a:r>
              <a:rPr lang="ru" sz="1500" b="1">
                <a:solidFill>
                  <a:srgbClr val="0000FF"/>
                </a:solidFill>
                <a:latin typeface="Century Gothic"/>
                <a:ea typeface="Century Gothic"/>
                <a:cs typeface="Century Gothic"/>
                <a:sym typeface="Century Gothic"/>
              </a:rPr>
              <a:t>message: .ascii  "Hello World!\n"</a:t>
            </a:r>
            <a:endParaRPr sz="1500" b="1">
              <a:solidFill>
                <a:srgbClr val="0000FF"/>
              </a:solidFill>
              <a:latin typeface="Century Gothic"/>
              <a:ea typeface="Century Gothic"/>
              <a:cs typeface="Century Gothic"/>
              <a:sym typeface="Century Gothic"/>
            </a:endParaRPr>
          </a:p>
          <a:p>
            <a:pPr marL="0" lvl="0" indent="0" algn="l" rtl="0">
              <a:spcBef>
                <a:spcPts val="0"/>
              </a:spcBef>
              <a:spcAft>
                <a:spcPts val="0"/>
              </a:spcAft>
              <a:buNone/>
            </a:pPr>
            <a:endParaRPr sz="1500" b="1">
              <a:solidFill>
                <a:srgbClr val="0000FF"/>
              </a:solidFill>
              <a:latin typeface="Century Gothic"/>
              <a:ea typeface="Century Gothic"/>
              <a:cs typeface="Century Gothic"/>
              <a:sym typeface="Century Gothic"/>
            </a:endParaRPr>
          </a:p>
        </p:txBody>
      </p:sp>
      <p:sp>
        <p:nvSpPr>
          <p:cNvPr id="169" name="Google Shape;169;p22"/>
          <p:cNvSpPr txBox="1"/>
          <p:nvPr/>
        </p:nvSpPr>
        <p:spPr>
          <a:xfrm>
            <a:off x="222100" y="1170200"/>
            <a:ext cx="2988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chemeClr val="lt1"/>
                </a:solidFill>
                <a:latin typeface="Century Gothic"/>
                <a:ea typeface="Century Gothic"/>
                <a:cs typeface="Century Gothic"/>
                <a:sym typeface="Century Gothic"/>
              </a:rPr>
              <a:t>Пример кода на ЯП высокого уровня:</a:t>
            </a:r>
            <a:endParaRPr sz="1500">
              <a:solidFill>
                <a:schemeClr val="lt1"/>
              </a:solidFill>
              <a:latin typeface="Century Gothic"/>
              <a:ea typeface="Century Gothic"/>
              <a:cs typeface="Century Gothic"/>
              <a:sym typeface="Century Gothic"/>
            </a:endParaRPr>
          </a:p>
        </p:txBody>
      </p:sp>
      <p:sp>
        <p:nvSpPr>
          <p:cNvPr id="170" name="Google Shape;170;p22"/>
          <p:cNvSpPr txBox="1"/>
          <p:nvPr/>
        </p:nvSpPr>
        <p:spPr>
          <a:xfrm>
            <a:off x="4430175" y="1170200"/>
            <a:ext cx="40242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chemeClr val="lt1"/>
                </a:solidFill>
                <a:latin typeface="Century Gothic"/>
                <a:ea typeface="Century Gothic"/>
                <a:cs typeface="Century Gothic"/>
                <a:sym typeface="Century Gothic"/>
              </a:rPr>
              <a:t>Пример кода на ЯП низкого уровня:</a:t>
            </a:r>
            <a:endParaRPr sz="1500">
              <a:solidFill>
                <a:schemeClr val="lt1"/>
              </a:solidFill>
              <a:latin typeface="Century Gothic"/>
              <a:ea typeface="Century Gothic"/>
              <a:cs typeface="Century Gothic"/>
              <a:sym typeface="Century Gothic"/>
            </a:endParaRPr>
          </a:p>
        </p:txBody>
      </p:sp>
      <p:sp>
        <p:nvSpPr>
          <p:cNvPr id="171" name="Google Shape;171;p22"/>
          <p:cNvSpPr/>
          <p:nvPr/>
        </p:nvSpPr>
        <p:spPr>
          <a:xfrm>
            <a:off x="3963625" y="1229025"/>
            <a:ext cx="61500" cy="3840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highlight>
                <a:schemeClr val="accent1"/>
              </a:highlight>
              <a:latin typeface="Century Gothic"/>
              <a:ea typeface="Century Gothic"/>
              <a:cs typeface="Century Gothic"/>
              <a:sym typeface="Century Gothic"/>
            </a:endParaRPr>
          </a:p>
        </p:txBody>
      </p:sp>
      <p:sp>
        <p:nvSpPr>
          <p:cNvPr id="172" name="Google Shape;172;p22"/>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3</a:t>
            </a:fld>
            <a:endParaRPr/>
          </a:p>
        </p:txBody>
      </p:sp>
      <p:sp>
        <p:nvSpPr>
          <p:cNvPr id="173" name="Google Shape;173;p22"/>
          <p:cNvSpPr txBox="1">
            <a:spLocks noGrp="1"/>
          </p:cNvSpPr>
          <p:nvPr>
            <p:ph type="subTitle" idx="1"/>
          </p:nvPr>
        </p:nvSpPr>
        <p:spPr>
          <a:xfrm>
            <a:off x="866216" y="3583035"/>
            <a:ext cx="6619200" cy="6462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3"/>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ru" sz="2650" b="1"/>
              <a:t>Этапы компиляции </a:t>
            </a:r>
            <a:endParaRPr sz="2650" b="1"/>
          </a:p>
        </p:txBody>
      </p:sp>
      <p:pic>
        <p:nvPicPr>
          <p:cNvPr id="179" name="Google Shape;179;p23" descr="The four stages of the gcc compiler: preprocessor, compiler, assembler,  linker. | by Fernando Gonzales Pradinett | Medium"/>
          <p:cNvPicPr preferRelativeResize="0"/>
          <p:nvPr/>
        </p:nvPicPr>
        <p:blipFill>
          <a:blip r:embed="rId3">
            <a:alphaModFix/>
          </a:blip>
          <a:stretch>
            <a:fillRect/>
          </a:stretch>
        </p:blipFill>
        <p:spPr>
          <a:xfrm>
            <a:off x="2982275" y="1445500"/>
            <a:ext cx="3800475" cy="3381375"/>
          </a:xfrm>
          <a:prstGeom prst="rect">
            <a:avLst/>
          </a:prstGeom>
          <a:noFill/>
          <a:ln>
            <a:noFill/>
          </a:ln>
        </p:spPr>
      </p:pic>
      <p:sp>
        <p:nvSpPr>
          <p:cNvPr id="180" name="Google Shape;180;p23"/>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4"/>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ru" sz="2650" b="1"/>
              <a:t>Дополнительная информация </a:t>
            </a:r>
            <a:endParaRPr sz="2650" b="1"/>
          </a:p>
        </p:txBody>
      </p:sp>
      <p:sp>
        <p:nvSpPr>
          <p:cNvPr id="186" name="Google Shape;186;p24"/>
          <p:cNvSpPr txBox="1">
            <a:spLocks noGrp="1"/>
          </p:cNvSpPr>
          <p:nvPr>
            <p:ph type="subTitle" idx="1"/>
          </p:nvPr>
        </p:nvSpPr>
        <p:spPr>
          <a:xfrm>
            <a:off x="610191" y="1557985"/>
            <a:ext cx="6619200" cy="646200"/>
          </a:xfrm>
          <a:prstGeom prst="rect">
            <a:avLst/>
          </a:prstGeom>
        </p:spPr>
        <p:txBody>
          <a:bodyPr spcFirstLastPara="1" wrap="square" lIns="68575" tIns="34275" rIns="68575" bIns="34275" anchor="t" anchorCtr="0">
            <a:noAutofit/>
          </a:bodyPr>
          <a:lstStyle/>
          <a:p>
            <a:pPr marL="0" lvl="0" indent="0" algn="l" rtl="0">
              <a:lnSpc>
                <a:spcPct val="125000"/>
              </a:lnSpc>
              <a:spcBef>
                <a:spcPts val="1000"/>
              </a:spcBef>
              <a:spcAft>
                <a:spcPts val="0"/>
              </a:spcAft>
              <a:buNone/>
            </a:pPr>
            <a:r>
              <a:rPr lang="ru">
                <a:solidFill>
                  <a:schemeClr val="lt1"/>
                </a:solidFill>
              </a:rPr>
              <a:t>Introduction of Compiler Design</a:t>
            </a:r>
            <a:endParaRPr>
              <a:solidFill>
                <a:schemeClr val="lt1"/>
              </a:solidFill>
            </a:endParaRPr>
          </a:p>
          <a:p>
            <a:pPr marL="0" lvl="0" indent="0" algn="l" rtl="0">
              <a:lnSpc>
                <a:spcPct val="125000"/>
              </a:lnSpc>
              <a:spcBef>
                <a:spcPts val="1000"/>
              </a:spcBef>
              <a:spcAft>
                <a:spcPts val="0"/>
              </a:spcAft>
              <a:buClr>
                <a:schemeClr val="dk1"/>
              </a:buClr>
              <a:buSzPts val="1100"/>
              <a:buFont typeface="Arial"/>
              <a:buNone/>
            </a:pPr>
            <a:endParaRPr>
              <a:solidFill>
                <a:srgbClr val="FFFFFF"/>
              </a:solidFill>
              <a:highlight>
                <a:srgbClr val="131417"/>
              </a:highlight>
            </a:endParaRPr>
          </a:p>
          <a:p>
            <a:pPr marL="0" lvl="0" indent="0" algn="l" rtl="0">
              <a:spcBef>
                <a:spcPts val="800"/>
              </a:spcBef>
              <a:spcAft>
                <a:spcPts val="0"/>
              </a:spcAft>
              <a:buNone/>
            </a:pPr>
            <a:endParaRPr/>
          </a:p>
          <a:p>
            <a:pPr marL="0" lvl="0" indent="0" algn="l" rtl="0">
              <a:spcBef>
                <a:spcPts val="800"/>
              </a:spcBef>
              <a:spcAft>
                <a:spcPts val="0"/>
              </a:spcAft>
              <a:buNone/>
            </a:pPr>
            <a:endParaRPr/>
          </a:p>
        </p:txBody>
      </p:sp>
      <p:sp>
        <p:nvSpPr>
          <p:cNvPr id="187" name="Google Shape;187;p24"/>
          <p:cNvSpPr txBox="1"/>
          <p:nvPr/>
        </p:nvSpPr>
        <p:spPr>
          <a:xfrm>
            <a:off x="5499100" y="1557975"/>
            <a:ext cx="3274800" cy="415500"/>
          </a:xfrm>
          <a:prstGeom prst="rect">
            <a:avLst/>
          </a:prstGeom>
          <a:noFill/>
          <a:ln>
            <a:noFill/>
          </a:ln>
        </p:spPr>
        <p:txBody>
          <a:bodyPr spcFirstLastPara="1" wrap="square" lIns="91425" tIns="91425" rIns="91425" bIns="91425" anchor="t" anchorCtr="0">
            <a:spAutoFit/>
          </a:bodyPr>
          <a:lstStyle/>
          <a:p>
            <a:pPr marL="0" lvl="0" indent="0" algn="l" rtl="0">
              <a:lnSpc>
                <a:spcPct val="125000"/>
              </a:lnSpc>
              <a:spcBef>
                <a:spcPts val="1000"/>
              </a:spcBef>
              <a:spcAft>
                <a:spcPts val="0"/>
              </a:spcAft>
              <a:buClr>
                <a:schemeClr val="dk1"/>
              </a:buClr>
              <a:buSzPts val="1100"/>
              <a:buFont typeface="Arial"/>
              <a:buNone/>
            </a:pPr>
            <a:r>
              <a:rPr lang="ru" sz="1500">
                <a:solidFill>
                  <a:schemeClr val="lt1"/>
                </a:solidFill>
              </a:rPr>
              <a:t>Linker by Wikipedia </a:t>
            </a:r>
            <a:endParaRPr sz="1500">
              <a:solidFill>
                <a:schemeClr val="lt1"/>
              </a:solidFill>
            </a:endParaRPr>
          </a:p>
        </p:txBody>
      </p:sp>
      <p:pic>
        <p:nvPicPr>
          <p:cNvPr id="188" name="Google Shape;188;p24"/>
          <p:cNvPicPr preferRelativeResize="0"/>
          <p:nvPr/>
        </p:nvPicPr>
        <p:blipFill>
          <a:blip r:embed="rId3">
            <a:alphaModFix/>
          </a:blip>
          <a:stretch>
            <a:fillRect/>
          </a:stretch>
        </p:blipFill>
        <p:spPr>
          <a:xfrm>
            <a:off x="5417475" y="2133039"/>
            <a:ext cx="2331900" cy="2331900"/>
          </a:xfrm>
          <a:prstGeom prst="rect">
            <a:avLst/>
          </a:prstGeom>
          <a:noFill/>
          <a:ln>
            <a:noFill/>
          </a:ln>
        </p:spPr>
      </p:pic>
      <p:pic>
        <p:nvPicPr>
          <p:cNvPr id="189" name="Google Shape;189;p24"/>
          <p:cNvPicPr preferRelativeResize="0"/>
          <p:nvPr/>
        </p:nvPicPr>
        <p:blipFill>
          <a:blip r:embed="rId4">
            <a:alphaModFix/>
          </a:blip>
          <a:stretch>
            <a:fillRect/>
          </a:stretch>
        </p:blipFill>
        <p:spPr>
          <a:xfrm>
            <a:off x="944900" y="2103187"/>
            <a:ext cx="2391599" cy="2391599"/>
          </a:xfrm>
          <a:prstGeom prst="rect">
            <a:avLst/>
          </a:prstGeom>
          <a:noFill/>
          <a:ln>
            <a:noFill/>
          </a:ln>
        </p:spPr>
      </p:pic>
      <p:sp>
        <p:nvSpPr>
          <p:cNvPr id="190" name="Google Shape;190;p24"/>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a:t>Что такое язык ассемблера?</a:t>
            </a:r>
            <a:endParaRPr/>
          </a:p>
        </p:txBody>
      </p:sp>
      <p:sp>
        <p:nvSpPr>
          <p:cNvPr id="196" name="Google Shape;196;p25"/>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lnSpc>
                <a:spcPct val="100000"/>
              </a:lnSpc>
              <a:spcBef>
                <a:spcPts val="800"/>
              </a:spcBef>
              <a:spcAft>
                <a:spcPts val="0"/>
              </a:spcAft>
              <a:buNone/>
            </a:pPr>
            <a:r>
              <a:rPr lang="ru">
                <a:solidFill>
                  <a:srgbClr val="202122"/>
                </a:solidFill>
                <a:highlight>
                  <a:srgbClr val="FFFFFF"/>
                </a:highlight>
              </a:rPr>
              <a:t>Представление команд процессора в виде, доступном для чтения человеком. Язык ассемблера считается языком программирования низкого уровня в противовес высокоуровневым языкам, не привязанным к конкретной реализации вычислительной системы. Программы, написанные на </a:t>
            </a:r>
            <a:r>
              <a:rPr lang="ru" b="1">
                <a:solidFill>
                  <a:srgbClr val="202122"/>
                </a:solidFill>
                <a:highlight>
                  <a:srgbClr val="FFFFFF"/>
                </a:highlight>
              </a:rPr>
              <a:t>языке ассемблера</a:t>
            </a:r>
            <a:r>
              <a:rPr lang="ru">
                <a:solidFill>
                  <a:srgbClr val="202122"/>
                </a:solidFill>
                <a:highlight>
                  <a:srgbClr val="FFFFFF"/>
                </a:highlight>
              </a:rPr>
              <a:t>, однозначным образом переводятся в инструкции конкретного процессора и в большинстве случаев не могут быть перенесены без значительных изменений для запуска на машине с другой системой команд.</a:t>
            </a:r>
            <a:endParaRPr/>
          </a:p>
        </p:txBody>
      </p:sp>
      <p:sp>
        <p:nvSpPr>
          <p:cNvPr id="197" name="Google Shape;197;p25"/>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6"/>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a:t>Что такое ассемблер?</a:t>
            </a:r>
            <a:endParaRPr/>
          </a:p>
        </p:txBody>
      </p:sp>
      <p:sp>
        <p:nvSpPr>
          <p:cNvPr id="203" name="Google Shape;203;p26"/>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Autofit/>
          </a:bodyPr>
          <a:lstStyle/>
          <a:p>
            <a:pPr marL="0" lvl="0" indent="0" algn="l" rtl="0">
              <a:lnSpc>
                <a:spcPct val="100000"/>
              </a:lnSpc>
              <a:spcBef>
                <a:spcPts val="800"/>
              </a:spcBef>
              <a:spcAft>
                <a:spcPts val="0"/>
              </a:spcAft>
              <a:buNone/>
            </a:pPr>
            <a:r>
              <a:rPr lang="ru" b="1">
                <a:highlight>
                  <a:srgbClr val="FFFFFF"/>
                </a:highlight>
              </a:rPr>
              <a:t>Ассемблером</a:t>
            </a:r>
            <a:r>
              <a:rPr lang="ru">
                <a:solidFill>
                  <a:srgbClr val="202122"/>
                </a:solidFill>
                <a:highlight>
                  <a:srgbClr val="FFFFFF"/>
                </a:highlight>
              </a:rPr>
              <a:t> называется программа, преобразующая код на языке ассемблера в машинный код; программа, выполняющая обратную задачу, называется дизассемблером.</a:t>
            </a:r>
            <a:endParaRPr>
              <a:solidFill>
                <a:srgbClr val="202122"/>
              </a:solidFill>
              <a:highlight>
                <a:srgbClr val="FFFFFF"/>
              </a:highlight>
            </a:endParaRPr>
          </a:p>
          <a:p>
            <a:pPr marL="0" lvl="0" indent="0" algn="l" rtl="0">
              <a:lnSpc>
                <a:spcPct val="100000"/>
              </a:lnSpc>
              <a:spcBef>
                <a:spcPts val="800"/>
              </a:spcBef>
              <a:spcAft>
                <a:spcPts val="0"/>
              </a:spcAft>
              <a:buClr>
                <a:schemeClr val="dk1"/>
              </a:buClr>
              <a:buSzPts val="1100"/>
              <a:buFont typeface="Arial"/>
              <a:buNone/>
            </a:pPr>
            <a:r>
              <a:rPr lang="ru">
                <a:solidFill>
                  <a:srgbClr val="202122"/>
                </a:solidFill>
                <a:highlight>
                  <a:srgbClr val="FFFFFF"/>
                </a:highlight>
              </a:rPr>
              <a:t>Как и сам язык, ассемблеры, как правило, специфичны для конкретной архитектуры, операционной системы и варианта синтаксиса языка, поскольку работают с мнемониками машинных инструкций определенного процессора. Вместе с тем, ассемблеры могут быть мультиплатформенными или вовсе универсальными, то есть работать на разных платформах и операционных системах. Среди ассемблеров можно также выделить группу </a:t>
            </a:r>
            <a:r>
              <a:rPr lang="ru" b="1">
                <a:solidFill>
                  <a:srgbClr val="202122"/>
                </a:solidFill>
                <a:highlight>
                  <a:srgbClr val="FFFFFF"/>
                </a:highlight>
              </a:rPr>
              <a:t>кросс-ассемблеров</a:t>
            </a:r>
            <a:r>
              <a:rPr lang="ru">
                <a:solidFill>
                  <a:srgbClr val="202122"/>
                </a:solidFill>
                <a:highlight>
                  <a:srgbClr val="FFFFFF"/>
                </a:highlight>
              </a:rPr>
              <a:t>, имеющих возможность собирать машинный код и исполняемые модули (файлы) для архитектур, отличных от архитектуры и/или операционной системы, в которых работает сам ассемблер (например, трансляция программы для микроконтроллера ассемблером, работающим на компьютере).</a:t>
            </a:r>
            <a:endParaRPr>
              <a:solidFill>
                <a:srgbClr val="202122"/>
              </a:solidFill>
              <a:highlight>
                <a:srgbClr val="FFFFFF"/>
              </a:highlight>
            </a:endParaRPr>
          </a:p>
          <a:p>
            <a:pPr marL="0" lvl="0" indent="0" algn="l" rtl="0">
              <a:lnSpc>
                <a:spcPct val="100000"/>
              </a:lnSpc>
              <a:spcBef>
                <a:spcPts val="800"/>
              </a:spcBef>
              <a:spcAft>
                <a:spcPts val="0"/>
              </a:spcAft>
              <a:buNone/>
            </a:pPr>
            <a:endParaRPr/>
          </a:p>
        </p:txBody>
      </p:sp>
      <p:sp>
        <p:nvSpPr>
          <p:cNvPr id="204" name="Google Shape;204;p26"/>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27" descr="Advantages and Disadvantages of Assembler - GeeksforGeeks"/>
          <p:cNvPicPr preferRelativeResize="0"/>
          <p:nvPr/>
        </p:nvPicPr>
        <p:blipFill>
          <a:blip r:embed="rId3">
            <a:alphaModFix/>
          </a:blip>
          <a:stretch>
            <a:fillRect/>
          </a:stretch>
        </p:blipFill>
        <p:spPr>
          <a:xfrm>
            <a:off x="562513" y="1547050"/>
            <a:ext cx="7710075" cy="2437300"/>
          </a:xfrm>
          <a:prstGeom prst="rect">
            <a:avLst/>
          </a:prstGeom>
          <a:noFill/>
          <a:ln>
            <a:noFill/>
          </a:ln>
        </p:spPr>
      </p:pic>
      <p:sp>
        <p:nvSpPr>
          <p:cNvPr id="210" name="Google Shape;210;p27"/>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8</a:t>
            </a:fld>
            <a:endParaRPr/>
          </a:p>
        </p:txBody>
      </p:sp>
      <p:sp>
        <p:nvSpPr>
          <p:cNvPr id="211" name="Google Shape;211;p27"/>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endParaRPr/>
          </a:p>
        </p:txBody>
      </p:sp>
      <p:sp>
        <p:nvSpPr>
          <p:cNvPr id="212" name="Google Shape;212;p27"/>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8"/>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lnSpc>
                <a:spcPct val="115000"/>
              </a:lnSpc>
              <a:spcBef>
                <a:spcPts val="1800"/>
              </a:spcBef>
              <a:spcAft>
                <a:spcPts val="0"/>
              </a:spcAft>
              <a:buClr>
                <a:schemeClr val="dk1"/>
              </a:buClr>
              <a:buSzPts val="1100"/>
              <a:buFont typeface="Arial"/>
              <a:buNone/>
            </a:pPr>
            <a:r>
              <a:rPr lang="ru" sz="2650" b="1"/>
              <a:t>Представление данных, биты и байты</a:t>
            </a:r>
            <a:endParaRPr sz="1100"/>
          </a:p>
          <a:p>
            <a:pPr marL="0" lvl="0" indent="0" algn="l" rtl="0">
              <a:spcBef>
                <a:spcPts val="400"/>
              </a:spcBef>
              <a:spcAft>
                <a:spcPts val="0"/>
              </a:spcAft>
              <a:buNone/>
            </a:pPr>
            <a:endParaRPr sz="1750" b="1"/>
          </a:p>
        </p:txBody>
      </p:sp>
      <p:sp>
        <p:nvSpPr>
          <p:cNvPr id="218" name="Google Shape;218;p28"/>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100">
              <a:solidFill>
                <a:schemeClr val="dk1"/>
              </a:solidFill>
            </a:endParaRPr>
          </a:p>
        </p:txBody>
      </p:sp>
      <p:sp>
        <p:nvSpPr>
          <p:cNvPr id="219" name="Google Shape;219;p28"/>
          <p:cNvSpPr txBox="1"/>
          <p:nvPr/>
        </p:nvSpPr>
        <p:spPr>
          <a:xfrm>
            <a:off x="819975" y="1387625"/>
            <a:ext cx="7635300" cy="364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chemeClr val="lt1"/>
                </a:solidFill>
                <a:latin typeface="Century Gothic"/>
                <a:ea typeface="Century Gothic"/>
                <a:cs typeface="Century Gothic"/>
                <a:sym typeface="Century Gothic"/>
              </a:rPr>
              <a:t>На аппаратном уровне вся информация в компьютере представляет последовательность электрических сигналов. Например, в какой-то определенной ячейке памяти может быть иметься сильное напряжение, или оно может быть очень слабым. Для описания состояния сигнала информатике используется термина </a:t>
            </a:r>
            <a:r>
              <a:rPr lang="ru" sz="1500" b="1">
                <a:solidFill>
                  <a:schemeClr val="lt1"/>
                </a:solidFill>
                <a:latin typeface="Century Gothic"/>
                <a:ea typeface="Century Gothic"/>
                <a:cs typeface="Century Gothic"/>
                <a:sym typeface="Century Gothic"/>
              </a:rPr>
              <a:t>бит</a:t>
            </a:r>
            <a:r>
              <a:rPr lang="ru" sz="1500">
                <a:solidFill>
                  <a:schemeClr val="lt1"/>
                </a:solidFill>
                <a:latin typeface="Century Gothic"/>
                <a:ea typeface="Century Gothic"/>
                <a:cs typeface="Century Gothic"/>
                <a:sym typeface="Century Gothic"/>
              </a:rPr>
              <a:t>. По сути </a:t>
            </a:r>
            <a:r>
              <a:rPr lang="ru" sz="1500" b="1">
                <a:solidFill>
                  <a:schemeClr val="lt1"/>
                </a:solidFill>
                <a:latin typeface="Century Gothic"/>
                <a:ea typeface="Century Gothic"/>
                <a:cs typeface="Century Gothic"/>
                <a:sym typeface="Century Gothic"/>
              </a:rPr>
              <a:t>бит</a:t>
            </a:r>
            <a:r>
              <a:rPr lang="ru" sz="1500">
                <a:solidFill>
                  <a:schemeClr val="lt1"/>
                </a:solidFill>
                <a:latin typeface="Century Gothic"/>
                <a:ea typeface="Century Gothic"/>
                <a:cs typeface="Century Gothic"/>
                <a:sym typeface="Century Gothic"/>
              </a:rPr>
              <a:t> является наименьшей единицей информации в компьютере. Бит может иметь значение 1 (есть сигнал, что обычно соответствует напряжению от 2 до 5 V) или 0 (сигнал отсутствует или слабый - обычно от 0 до 2 V).</a:t>
            </a:r>
            <a:endParaRPr sz="15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15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ru" sz="1500">
                <a:solidFill>
                  <a:schemeClr val="lt1"/>
                </a:solidFill>
                <a:latin typeface="Century Gothic"/>
                <a:ea typeface="Century Gothic"/>
                <a:cs typeface="Century Gothic"/>
                <a:sym typeface="Century Gothic"/>
              </a:rPr>
              <a:t>8 битов составляют байт. Фактически байт — это наименьшая единица информации, которую можно прочитать или записать в память большинством современных процессоров.</a:t>
            </a:r>
            <a:endParaRPr sz="15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15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15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1500">
              <a:solidFill>
                <a:schemeClr val="lt1"/>
              </a:solidFill>
              <a:latin typeface="Century Gothic"/>
              <a:ea typeface="Century Gothic"/>
              <a:cs typeface="Century Gothic"/>
              <a:sym typeface="Century Gothic"/>
            </a:endParaRPr>
          </a:p>
        </p:txBody>
      </p:sp>
      <p:sp>
        <p:nvSpPr>
          <p:cNvPr id="220" name="Google Shape;220;p28"/>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9</a:t>
            </a:fld>
            <a:endParaRPr/>
          </a:p>
        </p:txBody>
      </p:sp>
      <p:sp>
        <p:nvSpPr>
          <p:cNvPr id="221" name="Google Shape;221;p28"/>
          <p:cNvSpPr txBox="1">
            <a:spLocks noGrp="1"/>
          </p:cNvSpPr>
          <p:nvPr>
            <p:ph type="subTitle" idx="1"/>
          </p:nvPr>
        </p:nvSpPr>
        <p:spPr>
          <a:xfrm>
            <a:off x="866216" y="3583035"/>
            <a:ext cx="6619200" cy="6462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9"/>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lnSpc>
                <a:spcPct val="115000"/>
              </a:lnSpc>
              <a:spcBef>
                <a:spcPts val="1800"/>
              </a:spcBef>
              <a:spcAft>
                <a:spcPts val="400"/>
              </a:spcAft>
              <a:buNone/>
            </a:pPr>
            <a:r>
              <a:rPr lang="ru" sz="2650" b="1">
                <a:solidFill>
                  <a:schemeClr val="lt1"/>
                </a:solidFill>
              </a:rPr>
              <a:t>Представление данных, биты и байты</a:t>
            </a:r>
            <a:endParaRPr/>
          </a:p>
        </p:txBody>
      </p:sp>
      <p:sp>
        <p:nvSpPr>
          <p:cNvPr id="227" name="Google Shape;227;p29"/>
          <p:cNvSpPr txBox="1">
            <a:spLocks noGrp="1"/>
          </p:cNvSpPr>
          <p:nvPr>
            <p:ph type="subTitle" idx="1"/>
          </p:nvPr>
        </p:nvSpPr>
        <p:spPr>
          <a:xfrm>
            <a:off x="348225" y="1526050"/>
            <a:ext cx="4947000" cy="27033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a:solidFill>
                  <a:schemeClr val="lt1"/>
                </a:solidFill>
              </a:rPr>
              <a:t>Один бит может принимать два значения: 0 и 1. Два бита вместе могут принимать четыре значения: 00, 01, 10 и 11. Три бита могут принимать восемь значений: 000, 001, 010, 011, 100, 101, 110 и 111. Обобщая, группа из n битов может принимать 2n значений. Таким образом, группа из 8 бит или 1 байт может представлять 28, то есть 256 уникальных значений. Таким образом, вся информация в компьютере фактически представляет последовательность бит.</a:t>
            </a:r>
            <a:endParaRPr>
              <a:solidFill>
                <a:schemeClr val="lt1"/>
              </a:solidFill>
            </a:endParaRPr>
          </a:p>
          <a:p>
            <a:pPr marL="0" lvl="0" indent="0" algn="l" rtl="0">
              <a:spcBef>
                <a:spcPts val="800"/>
              </a:spcBef>
              <a:spcAft>
                <a:spcPts val="0"/>
              </a:spcAft>
              <a:buNone/>
            </a:pPr>
            <a:endParaRPr/>
          </a:p>
        </p:txBody>
      </p:sp>
      <p:pic>
        <p:nvPicPr>
          <p:cNvPr id="228" name="Google Shape;228;p29" descr="What is the difference between a bit, an integer, and a byte in computers?  - Quora"/>
          <p:cNvPicPr preferRelativeResize="0"/>
          <p:nvPr/>
        </p:nvPicPr>
        <p:blipFill>
          <a:blip r:embed="rId3">
            <a:alphaModFix/>
          </a:blip>
          <a:stretch>
            <a:fillRect/>
          </a:stretch>
        </p:blipFill>
        <p:spPr>
          <a:xfrm>
            <a:off x="5374775" y="1424651"/>
            <a:ext cx="3256750" cy="3112925"/>
          </a:xfrm>
          <a:prstGeom prst="rect">
            <a:avLst/>
          </a:prstGeom>
          <a:noFill/>
          <a:ln>
            <a:noFill/>
          </a:ln>
        </p:spPr>
      </p:pic>
      <p:sp>
        <p:nvSpPr>
          <p:cNvPr id="229" name="Google Shape;229;p29"/>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0"/>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ru" sz="2650" b="1"/>
              <a:t>Двоичная система </a:t>
            </a:r>
            <a:r>
              <a:rPr lang="ru"/>
              <a:t>счисления</a:t>
            </a:r>
            <a:endParaRPr sz="2650" b="1"/>
          </a:p>
        </p:txBody>
      </p:sp>
      <p:sp>
        <p:nvSpPr>
          <p:cNvPr id="235" name="Google Shape;235;p30"/>
          <p:cNvSpPr txBox="1"/>
          <p:nvPr/>
        </p:nvSpPr>
        <p:spPr>
          <a:xfrm>
            <a:off x="219125" y="1468375"/>
            <a:ext cx="5032200" cy="3140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600">
                <a:solidFill>
                  <a:schemeClr val="lt1"/>
                </a:solidFill>
                <a:latin typeface="Century Gothic"/>
                <a:ea typeface="Century Gothic"/>
                <a:cs typeface="Century Gothic"/>
                <a:sym typeface="Century Gothic"/>
              </a:rPr>
              <a:t>Поскольку бит может иметь только два значения - 1 и 0, то для записи битов применяют двоичную систему счисления. Вообще система исчисления представляет способ записи чисел. Например, в повседневной жизни мы пользуемся десятичной системой счисления. Это значит, что основанием этой системы является число 10, а каждый символ числа может иметь 10 вариантов значений - от 0 до 9.</a:t>
            </a:r>
            <a:endParaRPr sz="16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16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1600">
              <a:solidFill>
                <a:schemeClr val="lt1"/>
              </a:solidFill>
              <a:latin typeface="Century Gothic"/>
              <a:ea typeface="Century Gothic"/>
              <a:cs typeface="Century Gothic"/>
              <a:sym typeface="Century Gothic"/>
            </a:endParaRPr>
          </a:p>
        </p:txBody>
      </p:sp>
      <p:pic>
        <p:nvPicPr>
          <p:cNvPr id="236" name="Google Shape;236;p30"/>
          <p:cNvPicPr preferRelativeResize="0"/>
          <p:nvPr/>
        </p:nvPicPr>
        <p:blipFill>
          <a:blip r:embed="rId3">
            <a:alphaModFix/>
          </a:blip>
          <a:stretch>
            <a:fillRect/>
          </a:stretch>
        </p:blipFill>
        <p:spPr>
          <a:xfrm>
            <a:off x="5475350" y="1468375"/>
            <a:ext cx="3366925" cy="3074625"/>
          </a:xfrm>
          <a:prstGeom prst="rect">
            <a:avLst/>
          </a:prstGeom>
          <a:noFill/>
          <a:ln>
            <a:noFill/>
          </a:ln>
        </p:spPr>
      </p:pic>
      <p:sp>
        <p:nvSpPr>
          <p:cNvPr id="237" name="Google Shape;237;p30"/>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11</a:t>
            </a:fld>
            <a:endParaRPr/>
          </a:p>
        </p:txBody>
      </p:sp>
      <p:sp>
        <p:nvSpPr>
          <p:cNvPr id="238" name="Google Shape;238;p30"/>
          <p:cNvSpPr txBox="1">
            <a:spLocks noGrp="1"/>
          </p:cNvSpPr>
          <p:nvPr>
            <p:ph type="subTitle" idx="1"/>
          </p:nvPr>
        </p:nvSpPr>
        <p:spPr>
          <a:xfrm>
            <a:off x="866216" y="3583035"/>
            <a:ext cx="6619200" cy="6462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1"/>
          <p:cNvSpPr txBox="1">
            <a:spLocks noGrp="1"/>
          </p:cNvSpPr>
          <p:nvPr>
            <p:ph type="subTitle" idx="1"/>
          </p:nvPr>
        </p:nvSpPr>
        <p:spPr>
          <a:xfrm>
            <a:off x="866225" y="635000"/>
            <a:ext cx="6619200" cy="44145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ru">
                <a:solidFill>
                  <a:schemeClr val="lt1"/>
                </a:solidFill>
              </a:rPr>
              <a:t>В двоичной системе каждый символ числа может иметь только два значения - 1 и 0, например, число 1101. Чтобы перевести число из двоичной системы в десятичную умножаем значение каждого бита (1 или 0) на число 2 в степени, равной номеру бита (нумерация битов идет от нуля):</a:t>
            </a:r>
            <a:endParaRPr>
              <a:solidFill>
                <a:schemeClr val="lt1"/>
              </a:solidFill>
            </a:endParaRPr>
          </a:p>
          <a:p>
            <a:pPr marL="0" lvl="0" indent="0" algn="l" rtl="0">
              <a:spcBef>
                <a:spcPts val="800"/>
              </a:spcBef>
              <a:spcAft>
                <a:spcPts val="0"/>
              </a:spcAft>
              <a:buNone/>
            </a:pPr>
            <a:endParaRPr>
              <a:solidFill>
                <a:schemeClr val="lt1"/>
              </a:solidFill>
            </a:endParaRPr>
          </a:p>
          <a:p>
            <a:pPr marL="0" lvl="0" indent="0" algn="l" rtl="0">
              <a:spcBef>
                <a:spcPts val="800"/>
              </a:spcBef>
              <a:spcAft>
                <a:spcPts val="0"/>
              </a:spcAft>
              <a:buNone/>
            </a:pPr>
            <a:r>
              <a:rPr lang="ru">
                <a:solidFill>
                  <a:schemeClr val="lt1"/>
                </a:solidFill>
              </a:rPr>
              <a:t>// перевод двоичного числа 1101 в десятичную систему</a:t>
            </a:r>
            <a:endParaRPr>
              <a:solidFill>
                <a:schemeClr val="lt1"/>
              </a:solidFill>
            </a:endParaRPr>
          </a:p>
          <a:p>
            <a:pPr marL="0" lvl="0" indent="0" algn="l" rtl="0">
              <a:spcBef>
                <a:spcPts val="800"/>
              </a:spcBef>
              <a:spcAft>
                <a:spcPts val="0"/>
              </a:spcAft>
              <a:buNone/>
            </a:pPr>
            <a:r>
              <a:rPr lang="ru">
                <a:solidFill>
                  <a:schemeClr val="lt1"/>
                </a:solidFill>
              </a:rPr>
              <a:t>1 * 23 + 1 * 22 + 0 * 21 + 1 * 20</a:t>
            </a:r>
            <a:endParaRPr>
              <a:solidFill>
                <a:schemeClr val="lt1"/>
              </a:solidFill>
            </a:endParaRPr>
          </a:p>
          <a:p>
            <a:pPr marL="0" lvl="0" indent="0" algn="l" rtl="0">
              <a:spcBef>
                <a:spcPts val="800"/>
              </a:spcBef>
              <a:spcAft>
                <a:spcPts val="0"/>
              </a:spcAft>
              <a:buNone/>
            </a:pPr>
            <a:r>
              <a:rPr lang="ru">
                <a:solidFill>
                  <a:schemeClr val="lt1"/>
                </a:solidFill>
              </a:rPr>
              <a:t>=</a:t>
            </a:r>
            <a:endParaRPr>
              <a:solidFill>
                <a:schemeClr val="lt1"/>
              </a:solidFill>
            </a:endParaRPr>
          </a:p>
          <a:p>
            <a:pPr marL="0" lvl="0" indent="0" algn="l" rtl="0">
              <a:spcBef>
                <a:spcPts val="800"/>
              </a:spcBef>
              <a:spcAft>
                <a:spcPts val="0"/>
              </a:spcAft>
              <a:buNone/>
            </a:pPr>
            <a:r>
              <a:rPr lang="ru">
                <a:solidFill>
                  <a:schemeClr val="lt1"/>
                </a:solidFill>
              </a:rPr>
              <a:t>1 * 8 + 1 * 4 + 0 * 2 + 1 * 1</a:t>
            </a:r>
            <a:endParaRPr>
              <a:solidFill>
                <a:schemeClr val="lt1"/>
              </a:solidFill>
            </a:endParaRPr>
          </a:p>
          <a:p>
            <a:pPr marL="0" lvl="0" indent="0" algn="l" rtl="0">
              <a:spcBef>
                <a:spcPts val="800"/>
              </a:spcBef>
              <a:spcAft>
                <a:spcPts val="0"/>
              </a:spcAft>
              <a:buNone/>
            </a:pPr>
            <a:r>
              <a:rPr lang="ru">
                <a:solidFill>
                  <a:schemeClr val="lt1"/>
                </a:solidFill>
              </a:rPr>
              <a:t>=</a:t>
            </a:r>
            <a:endParaRPr>
              <a:solidFill>
                <a:schemeClr val="lt1"/>
              </a:solidFill>
            </a:endParaRPr>
          </a:p>
          <a:p>
            <a:pPr marL="0" lvl="0" indent="0" algn="l" rtl="0">
              <a:spcBef>
                <a:spcPts val="800"/>
              </a:spcBef>
              <a:spcAft>
                <a:spcPts val="0"/>
              </a:spcAft>
              <a:buNone/>
            </a:pPr>
            <a:r>
              <a:rPr lang="ru">
                <a:solidFill>
                  <a:schemeClr val="lt1"/>
                </a:solidFill>
              </a:rPr>
              <a:t>8 + 4 + 0 + 1 </a:t>
            </a:r>
            <a:endParaRPr>
              <a:solidFill>
                <a:schemeClr val="lt1"/>
              </a:solidFill>
            </a:endParaRPr>
          </a:p>
          <a:p>
            <a:pPr marL="0" lvl="0" indent="0" algn="l" rtl="0">
              <a:spcBef>
                <a:spcPts val="800"/>
              </a:spcBef>
              <a:spcAft>
                <a:spcPts val="0"/>
              </a:spcAft>
              <a:buNone/>
            </a:pPr>
            <a:r>
              <a:rPr lang="ru">
                <a:solidFill>
                  <a:schemeClr val="lt1"/>
                </a:solidFill>
              </a:rPr>
              <a:t>=</a:t>
            </a:r>
            <a:endParaRPr>
              <a:solidFill>
                <a:schemeClr val="lt1"/>
              </a:solidFill>
            </a:endParaRPr>
          </a:p>
          <a:p>
            <a:pPr marL="0" lvl="0" indent="0" algn="l" rtl="0">
              <a:spcBef>
                <a:spcPts val="800"/>
              </a:spcBef>
              <a:spcAft>
                <a:spcPts val="0"/>
              </a:spcAft>
              <a:buNone/>
            </a:pPr>
            <a:r>
              <a:rPr lang="ru">
                <a:solidFill>
                  <a:schemeClr val="lt1"/>
                </a:solidFill>
              </a:rPr>
              <a:t>13</a:t>
            </a:r>
            <a:endParaRPr>
              <a:solidFill>
                <a:schemeClr val="lt1"/>
              </a:solidFill>
            </a:endParaRPr>
          </a:p>
          <a:p>
            <a:pPr marL="0" lvl="0" indent="0" algn="l" rtl="0">
              <a:spcBef>
                <a:spcPts val="800"/>
              </a:spcBef>
              <a:spcAft>
                <a:spcPts val="0"/>
              </a:spcAft>
              <a:buNone/>
            </a:pPr>
            <a:endParaRPr>
              <a:solidFill>
                <a:schemeClr val="lt1"/>
              </a:solidFill>
            </a:endParaRPr>
          </a:p>
          <a:p>
            <a:pPr marL="0" lvl="0" indent="0" algn="l" rtl="0">
              <a:spcBef>
                <a:spcPts val="800"/>
              </a:spcBef>
              <a:spcAft>
                <a:spcPts val="0"/>
              </a:spcAft>
              <a:buNone/>
            </a:pPr>
            <a:endParaRPr>
              <a:solidFill>
                <a:schemeClr val="lt1"/>
              </a:solidFill>
            </a:endParaRPr>
          </a:p>
        </p:txBody>
      </p:sp>
      <p:sp>
        <p:nvSpPr>
          <p:cNvPr id="244" name="Google Shape;244;p31"/>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12</a:t>
            </a:fld>
            <a:endParaRPr/>
          </a:p>
        </p:txBody>
      </p:sp>
      <p:sp>
        <p:nvSpPr>
          <p:cNvPr id="245" name="Google Shape;245;p31"/>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2"/>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ru" sz="2650" b="1"/>
              <a:t>Шестнадцатеричная система</a:t>
            </a:r>
            <a:endParaRPr sz="2650" b="1"/>
          </a:p>
        </p:txBody>
      </p:sp>
      <p:sp>
        <p:nvSpPr>
          <p:cNvPr id="251" name="Google Shape;251;p32"/>
          <p:cNvSpPr txBox="1"/>
          <p:nvPr/>
        </p:nvSpPr>
        <p:spPr>
          <a:xfrm>
            <a:off x="331850" y="1617725"/>
            <a:ext cx="5010900" cy="249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chemeClr val="lt1"/>
                </a:solidFill>
                <a:latin typeface="Century Gothic"/>
                <a:ea typeface="Century Gothic"/>
                <a:cs typeface="Century Gothic"/>
                <a:sym typeface="Century Gothic"/>
              </a:rPr>
              <a:t>Если число большое, то запись двоичных чисел может быть довольно длинной и поэтому не очень удобной. Например, число 23410 в двоичной системе равно 111010102. И для упрощения работы с двоичными числами применяется шестнадцатеричная система.</a:t>
            </a:r>
            <a:endParaRPr sz="15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15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ru" sz="1500">
                <a:solidFill>
                  <a:schemeClr val="lt1"/>
                </a:solidFill>
                <a:latin typeface="Century Gothic"/>
                <a:ea typeface="Century Gothic"/>
                <a:cs typeface="Century Gothic"/>
                <a:sym typeface="Century Gothic"/>
              </a:rPr>
              <a:t>Первым 10 из этих 16 чисел присваиваются цифры 0–9, а последним 6 — буквы A-F.</a:t>
            </a:r>
            <a:endParaRPr sz="15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1500">
              <a:solidFill>
                <a:schemeClr val="lt1"/>
              </a:solidFill>
              <a:latin typeface="Century Gothic"/>
              <a:ea typeface="Century Gothic"/>
              <a:cs typeface="Century Gothic"/>
              <a:sym typeface="Century Gothic"/>
            </a:endParaRPr>
          </a:p>
        </p:txBody>
      </p:sp>
      <p:pic>
        <p:nvPicPr>
          <p:cNvPr id="252" name="Google Shape;252;p32"/>
          <p:cNvPicPr preferRelativeResize="0"/>
          <p:nvPr/>
        </p:nvPicPr>
        <p:blipFill>
          <a:blip r:embed="rId3">
            <a:alphaModFix/>
          </a:blip>
          <a:stretch>
            <a:fillRect/>
          </a:stretch>
        </p:blipFill>
        <p:spPr>
          <a:xfrm>
            <a:off x="5943050" y="1219675"/>
            <a:ext cx="2332465" cy="3619024"/>
          </a:xfrm>
          <a:prstGeom prst="rect">
            <a:avLst/>
          </a:prstGeom>
          <a:noFill/>
          <a:ln>
            <a:noFill/>
          </a:ln>
        </p:spPr>
      </p:pic>
      <p:sp>
        <p:nvSpPr>
          <p:cNvPr id="253" name="Google Shape;253;p32"/>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13</a:t>
            </a:fld>
            <a:endParaRPr/>
          </a:p>
        </p:txBody>
      </p:sp>
      <p:sp>
        <p:nvSpPr>
          <p:cNvPr id="254" name="Google Shape;254;p32"/>
          <p:cNvSpPr txBox="1">
            <a:spLocks noGrp="1"/>
          </p:cNvSpPr>
          <p:nvPr>
            <p:ph type="subTitle" idx="1"/>
          </p:nvPr>
        </p:nvSpPr>
        <p:spPr>
          <a:xfrm>
            <a:off x="866216" y="3583035"/>
            <a:ext cx="6619200" cy="6462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3"/>
          <p:cNvSpPr txBox="1">
            <a:spLocks noGrp="1"/>
          </p:cNvSpPr>
          <p:nvPr>
            <p:ph type="ctrTitle"/>
          </p:nvPr>
        </p:nvSpPr>
        <p:spPr>
          <a:xfrm>
            <a:off x="256050" y="266300"/>
            <a:ext cx="7229400" cy="8196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ru" sz="2650" b="1"/>
              <a:t>Дополнительная информация</a:t>
            </a:r>
            <a:endParaRPr sz="2650" b="1"/>
          </a:p>
        </p:txBody>
      </p:sp>
      <p:pic>
        <p:nvPicPr>
          <p:cNvPr id="260" name="Google Shape;260;p33"/>
          <p:cNvPicPr preferRelativeResize="0"/>
          <p:nvPr/>
        </p:nvPicPr>
        <p:blipFill>
          <a:blip r:embed="rId3">
            <a:alphaModFix/>
          </a:blip>
          <a:stretch>
            <a:fillRect/>
          </a:stretch>
        </p:blipFill>
        <p:spPr>
          <a:xfrm>
            <a:off x="323675" y="1885850"/>
            <a:ext cx="3066425" cy="2827600"/>
          </a:xfrm>
          <a:prstGeom prst="rect">
            <a:avLst/>
          </a:prstGeom>
          <a:noFill/>
          <a:ln>
            <a:noFill/>
          </a:ln>
        </p:spPr>
      </p:pic>
      <p:pic>
        <p:nvPicPr>
          <p:cNvPr id="261" name="Google Shape;261;p33"/>
          <p:cNvPicPr preferRelativeResize="0"/>
          <p:nvPr/>
        </p:nvPicPr>
        <p:blipFill>
          <a:blip r:embed="rId4">
            <a:alphaModFix/>
          </a:blip>
          <a:stretch>
            <a:fillRect/>
          </a:stretch>
        </p:blipFill>
        <p:spPr>
          <a:xfrm>
            <a:off x="5146050" y="1947300"/>
            <a:ext cx="3066425" cy="2827600"/>
          </a:xfrm>
          <a:prstGeom prst="rect">
            <a:avLst/>
          </a:prstGeom>
          <a:noFill/>
          <a:ln>
            <a:noFill/>
          </a:ln>
        </p:spPr>
      </p:pic>
      <p:sp>
        <p:nvSpPr>
          <p:cNvPr id="262" name="Google Shape;262;p33"/>
          <p:cNvSpPr txBox="1">
            <a:spLocks noGrp="1"/>
          </p:cNvSpPr>
          <p:nvPr>
            <p:ph type="sldNum" idx="12"/>
          </p:nvPr>
        </p:nvSpPr>
        <p:spPr>
          <a:xfrm>
            <a:off x="7764405" y="221797"/>
            <a:ext cx="628500" cy="5757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Clr>
                <a:srgbClr val="000000"/>
              </a:buClr>
              <a:buFont typeface="Arial"/>
              <a:buNone/>
            </a:pPr>
            <a:fld id="{00000000-1234-1234-1234-123412341234}" type="slidenum">
              <a:rPr lang="ru"/>
              <a:t>14</a:t>
            </a:fld>
            <a:endParaRPr/>
          </a:p>
        </p:txBody>
      </p:sp>
      <p:sp>
        <p:nvSpPr>
          <p:cNvPr id="263" name="Google Shape;263;p33"/>
          <p:cNvSpPr txBox="1"/>
          <p:nvPr/>
        </p:nvSpPr>
        <p:spPr>
          <a:xfrm>
            <a:off x="983200" y="1321200"/>
            <a:ext cx="24069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chemeClr val="lt1"/>
                </a:solidFill>
                <a:latin typeface="Century Gothic"/>
                <a:ea typeface="Century Gothic"/>
                <a:cs typeface="Century Gothic"/>
                <a:sym typeface="Century Gothic"/>
              </a:rPr>
              <a:t>Binary number</a:t>
            </a:r>
            <a:endParaRPr sz="1500">
              <a:solidFill>
                <a:schemeClr val="lt1"/>
              </a:solidFill>
              <a:latin typeface="Century Gothic"/>
              <a:ea typeface="Century Gothic"/>
              <a:cs typeface="Century Gothic"/>
              <a:sym typeface="Century Gothic"/>
            </a:endParaRPr>
          </a:p>
        </p:txBody>
      </p:sp>
      <p:sp>
        <p:nvSpPr>
          <p:cNvPr id="264" name="Google Shape;264;p33"/>
          <p:cNvSpPr txBox="1"/>
          <p:nvPr/>
        </p:nvSpPr>
        <p:spPr>
          <a:xfrm>
            <a:off x="5745725" y="1372425"/>
            <a:ext cx="28881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chemeClr val="lt1"/>
                </a:solidFill>
                <a:latin typeface="Century Gothic"/>
                <a:ea typeface="Century Gothic"/>
                <a:cs typeface="Century Gothic"/>
                <a:sym typeface="Century Gothic"/>
              </a:rPr>
              <a:t>Hexadecimal</a:t>
            </a:r>
            <a:endParaRPr sz="150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4"/>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a:t>Зачем изучать ассемблер?</a:t>
            </a:r>
            <a:endParaRPr/>
          </a:p>
        </p:txBody>
      </p:sp>
      <p:sp>
        <p:nvSpPr>
          <p:cNvPr id="270" name="Google Shape;270;p34"/>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457200" lvl="0" indent="-304800" algn="l" rtl="0">
              <a:spcBef>
                <a:spcPts val="800"/>
              </a:spcBef>
              <a:spcAft>
                <a:spcPts val="0"/>
              </a:spcAft>
              <a:buClr>
                <a:schemeClr val="lt1"/>
              </a:buClr>
              <a:buSzPts val="1200"/>
              <a:buAutoNum type="arabicParenR"/>
            </a:pPr>
            <a:r>
              <a:rPr lang="ru"/>
              <a:t>Понимание работы компьютера</a:t>
            </a:r>
            <a:endParaRPr/>
          </a:p>
          <a:p>
            <a:pPr marL="457200" lvl="0" indent="-304800" algn="l" rtl="0">
              <a:spcBef>
                <a:spcPts val="800"/>
              </a:spcBef>
              <a:spcAft>
                <a:spcPts val="0"/>
              </a:spcAft>
              <a:buClr>
                <a:schemeClr val="lt1"/>
              </a:buClr>
              <a:buSzPts val="1200"/>
              <a:buAutoNum type="arabicParenR"/>
            </a:pPr>
            <a:r>
              <a:rPr lang="ru"/>
              <a:t>Оптимизация и анализ кода</a:t>
            </a:r>
            <a:endParaRPr/>
          </a:p>
          <a:p>
            <a:pPr marL="457200" lvl="0" indent="-304800" algn="l" rtl="0">
              <a:spcBef>
                <a:spcPts val="800"/>
              </a:spcBef>
              <a:spcAft>
                <a:spcPts val="0"/>
              </a:spcAft>
              <a:buClr>
                <a:schemeClr val="lt1"/>
              </a:buClr>
              <a:buSzPts val="1200"/>
              <a:buAutoNum type="arabicParenR"/>
            </a:pPr>
            <a:r>
              <a:rPr lang="ru"/>
              <a:t>Начнете больше любить ЯП высокого уровня</a:t>
            </a:r>
            <a:endParaRPr/>
          </a:p>
          <a:p>
            <a:pPr marL="457200" lvl="0" indent="-304800" algn="l" rtl="0">
              <a:spcBef>
                <a:spcPts val="800"/>
              </a:spcBef>
              <a:spcAft>
                <a:spcPts val="0"/>
              </a:spcAft>
              <a:buClr>
                <a:schemeClr val="lt1"/>
              </a:buClr>
              <a:buSzPts val="1200"/>
              <a:buAutoNum type="arabicParenR"/>
            </a:pPr>
            <a:r>
              <a:rPr lang="ru"/>
              <a:t>Сдать зачет/экзамен</a:t>
            </a:r>
            <a:endParaRPr/>
          </a:p>
        </p:txBody>
      </p:sp>
      <p:sp>
        <p:nvSpPr>
          <p:cNvPr id="271" name="Google Shape;271;p34"/>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Что такое MC68HC11</a:t>
            </a:r>
            <a:endParaRPr sz="2650" b="1"/>
          </a:p>
        </p:txBody>
      </p:sp>
      <p:pic>
        <p:nvPicPr>
          <p:cNvPr id="277" name="Google Shape;277;p35" descr="Motorola 68HC11 - Wikipedia"/>
          <p:cNvPicPr preferRelativeResize="0"/>
          <p:nvPr/>
        </p:nvPicPr>
        <p:blipFill>
          <a:blip r:embed="rId3">
            <a:alphaModFix/>
          </a:blip>
          <a:stretch>
            <a:fillRect/>
          </a:stretch>
        </p:blipFill>
        <p:spPr>
          <a:xfrm>
            <a:off x="1066925" y="2135925"/>
            <a:ext cx="6565950" cy="2571750"/>
          </a:xfrm>
          <a:prstGeom prst="rect">
            <a:avLst/>
          </a:prstGeom>
          <a:noFill/>
          <a:ln>
            <a:noFill/>
          </a:ln>
        </p:spPr>
      </p:pic>
      <p:sp>
        <p:nvSpPr>
          <p:cNvPr id="278" name="Google Shape;278;p35"/>
          <p:cNvSpPr txBox="1"/>
          <p:nvPr/>
        </p:nvSpPr>
        <p:spPr>
          <a:xfrm>
            <a:off x="411900" y="1258713"/>
            <a:ext cx="55119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chemeClr val="lt1"/>
                </a:solidFill>
                <a:latin typeface="Century Gothic"/>
                <a:ea typeface="Century Gothic"/>
                <a:cs typeface="Century Gothic"/>
                <a:sym typeface="Century Gothic"/>
              </a:rPr>
              <a:t>Семейство 8-битных микроконтроллеров, представленное компанией Motorola Semiconductor в 1984 году.</a:t>
            </a:r>
            <a:endParaRPr sz="1500">
              <a:solidFill>
                <a:schemeClr val="lt1"/>
              </a:solidFill>
              <a:latin typeface="Century Gothic"/>
              <a:ea typeface="Century Gothic"/>
              <a:cs typeface="Century Gothic"/>
              <a:sym typeface="Century Gothic"/>
            </a:endParaRPr>
          </a:p>
        </p:txBody>
      </p:sp>
      <p:sp>
        <p:nvSpPr>
          <p:cNvPr id="279" name="Google Shape;279;p35"/>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16</a:t>
            </a:fld>
            <a:endParaRPr/>
          </a:p>
        </p:txBody>
      </p:sp>
      <p:sp>
        <p:nvSpPr>
          <p:cNvPr id="280" name="Google Shape;280;p35"/>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Что такое микроконтроллер </a:t>
            </a:r>
            <a:endParaRPr sz="2650" b="1"/>
          </a:p>
        </p:txBody>
      </p:sp>
      <p:sp>
        <p:nvSpPr>
          <p:cNvPr id="286" name="Google Shape;286;p36"/>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Это специальная микросхема, предназначенная для управления различными электронными устройствами.</a:t>
            </a:r>
            <a:br>
              <a:rPr lang="ru"/>
            </a:br>
            <a:endParaRPr/>
          </a:p>
          <a:p>
            <a:pPr marL="0" lvl="0" indent="0" algn="l" rtl="0">
              <a:spcBef>
                <a:spcPts val="800"/>
              </a:spcBef>
              <a:spcAft>
                <a:spcPts val="0"/>
              </a:spcAft>
              <a:buNone/>
            </a:pPr>
            <a:r>
              <a:rPr lang="ru"/>
              <a:t>Разработчики микроконтроллеров придумали остроумную идею – объединить процессор, память, ПЗУ и периферию внутри одного корпуса, внешне похожего на обычную микросхему. С тех пор производство микроконтроллеров ежегодно во много раз превышает производство процессоров, а потребность в них не снижается.</a:t>
            </a:r>
            <a:endParaRPr/>
          </a:p>
          <a:p>
            <a:pPr marL="0" lvl="0" indent="0" algn="l" rtl="0">
              <a:spcBef>
                <a:spcPts val="800"/>
              </a:spcBef>
              <a:spcAft>
                <a:spcPts val="0"/>
              </a:spcAft>
              <a:buNone/>
            </a:pPr>
            <a:endParaRPr/>
          </a:p>
          <a:p>
            <a:pPr marL="0" lvl="0" indent="0" algn="l" rtl="0">
              <a:spcBef>
                <a:spcPts val="800"/>
              </a:spcBef>
              <a:spcAft>
                <a:spcPts val="0"/>
              </a:spcAft>
              <a:buNone/>
            </a:pPr>
            <a:r>
              <a:rPr lang="ru"/>
              <a:t>Микроконтроллеры выпускают десятки компаний, причем производятся не только современные 32-битные микроконтроллеры, но и 16, и даже 8-битные.</a:t>
            </a:r>
            <a:endParaRPr/>
          </a:p>
          <a:p>
            <a:pPr marL="0" lvl="0" indent="0" algn="l" rtl="0">
              <a:spcBef>
                <a:spcPts val="800"/>
              </a:spcBef>
              <a:spcAft>
                <a:spcPts val="0"/>
              </a:spcAft>
              <a:buNone/>
            </a:pPr>
            <a:endParaRPr/>
          </a:p>
        </p:txBody>
      </p:sp>
      <p:sp>
        <p:nvSpPr>
          <p:cNvPr id="287" name="Google Shape;287;p36"/>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7"/>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Регистры </a:t>
            </a:r>
            <a:endParaRPr sz="2650" b="1"/>
          </a:p>
        </p:txBody>
      </p:sp>
      <p:sp>
        <p:nvSpPr>
          <p:cNvPr id="293" name="Google Shape;293;p37"/>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ru" b="1"/>
              <a:t>Регистр</a:t>
            </a:r>
            <a:r>
              <a:rPr lang="ru"/>
              <a:t> процессора — сверхбыстрая память внутри процессора, предназначенная прежде всего для хранения промежуточных результатов вычисления. Микропроцессор выполняет свою работу, перемещая данные из памяти в регистры, обрабатывая их и затем копируя обратно в память. Эти регистры подобны переменным, которые процессор использует для выполнения своих вычислений.  </a:t>
            </a:r>
            <a:endParaRPr/>
          </a:p>
        </p:txBody>
      </p:sp>
      <p:sp>
        <p:nvSpPr>
          <p:cNvPr id="294" name="Google Shape;294;p37"/>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p38" descr="MOTOROLA 68HC11 MICROCONTROLLERS - ppt download"/>
          <p:cNvPicPr preferRelativeResize="0"/>
          <p:nvPr/>
        </p:nvPicPr>
        <p:blipFill>
          <a:blip r:embed="rId3">
            <a:alphaModFix/>
          </a:blip>
          <a:stretch>
            <a:fillRect/>
          </a:stretch>
        </p:blipFill>
        <p:spPr>
          <a:xfrm>
            <a:off x="926975" y="1785425"/>
            <a:ext cx="6759650" cy="3050700"/>
          </a:xfrm>
          <a:prstGeom prst="rect">
            <a:avLst/>
          </a:prstGeom>
          <a:noFill/>
          <a:ln>
            <a:noFill/>
          </a:ln>
        </p:spPr>
      </p:pic>
      <p:sp>
        <p:nvSpPr>
          <p:cNvPr id="300" name="Google Shape;300;p38"/>
          <p:cNvSpPr txBox="1"/>
          <p:nvPr/>
        </p:nvSpPr>
        <p:spPr>
          <a:xfrm>
            <a:off x="583800" y="153625"/>
            <a:ext cx="7298100" cy="167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a:solidFill>
                  <a:schemeClr val="lt1"/>
                </a:solidFill>
                <a:latin typeface="Century Gothic"/>
                <a:ea typeface="Century Gothic"/>
                <a:cs typeface="Century Gothic"/>
                <a:sym typeface="Century Gothic"/>
              </a:rPr>
              <a:t>Микроконтроллеры семейства МC68НС11 выполняют обработку 8и</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ru">
                <a:solidFill>
                  <a:schemeClr val="lt1"/>
                </a:solidFill>
                <a:latin typeface="Century Gothic"/>
                <a:ea typeface="Century Gothic"/>
                <a:cs typeface="Century Gothic"/>
                <a:sym typeface="Century Gothic"/>
              </a:rPr>
              <a:t>16-разрядных операндов и реализуют набор из 108 команд. Они содержат два 8-разрядных аккумулятора </a:t>
            </a:r>
            <a:r>
              <a:rPr lang="ru" b="1">
                <a:solidFill>
                  <a:schemeClr val="lt1"/>
                </a:solidFill>
                <a:latin typeface="Century Gothic"/>
                <a:ea typeface="Century Gothic"/>
                <a:cs typeface="Century Gothic"/>
                <a:sym typeface="Century Gothic"/>
              </a:rPr>
              <a:t>A</a:t>
            </a:r>
            <a:r>
              <a:rPr lang="ru">
                <a:solidFill>
                  <a:schemeClr val="lt1"/>
                </a:solidFill>
                <a:latin typeface="Century Gothic"/>
                <a:ea typeface="Century Gothic"/>
                <a:cs typeface="Century Gothic"/>
                <a:sym typeface="Century Gothic"/>
              </a:rPr>
              <a:t> и </a:t>
            </a:r>
            <a:r>
              <a:rPr lang="ru" b="1">
                <a:solidFill>
                  <a:schemeClr val="lt1"/>
                </a:solidFill>
                <a:latin typeface="Century Gothic"/>
                <a:ea typeface="Century Gothic"/>
                <a:cs typeface="Century Gothic"/>
                <a:sym typeface="Century Gothic"/>
              </a:rPr>
              <a:t>B</a:t>
            </a:r>
            <a:r>
              <a:rPr lang="ru">
                <a:solidFill>
                  <a:schemeClr val="lt1"/>
                </a:solidFill>
                <a:latin typeface="Century Gothic"/>
                <a:ea typeface="Century Gothic"/>
                <a:cs typeface="Century Gothic"/>
                <a:sym typeface="Century Gothic"/>
              </a:rPr>
              <a:t>, которые при выполнении ряда команд</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ru">
                <a:solidFill>
                  <a:schemeClr val="lt1"/>
                </a:solidFill>
                <a:latin typeface="Century Gothic"/>
                <a:ea typeface="Century Gothic"/>
                <a:cs typeface="Century Gothic"/>
                <a:sym typeface="Century Gothic"/>
              </a:rPr>
              <a:t>используются как 16-разрядный регистр </a:t>
            </a:r>
            <a:r>
              <a:rPr lang="ru" b="1">
                <a:solidFill>
                  <a:schemeClr val="lt1"/>
                </a:solidFill>
                <a:latin typeface="Century Gothic"/>
                <a:ea typeface="Century Gothic"/>
                <a:cs typeface="Century Gothic"/>
                <a:sym typeface="Century Gothic"/>
              </a:rPr>
              <a:t>D</a:t>
            </a:r>
            <a:r>
              <a:rPr lang="ru">
                <a:solidFill>
                  <a:schemeClr val="lt1"/>
                </a:solidFill>
                <a:latin typeface="Century Gothic"/>
                <a:ea typeface="Century Gothic"/>
                <a:cs typeface="Century Gothic"/>
                <a:sym typeface="Century Gothic"/>
              </a:rPr>
              <a:t>, два 16-разрядных индексных</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ru">
                <a:solidFill>
                  <a:schemeClr val="lt1"/>
                </a:solidFill>
                <a:latin typeface="Century Gothic"/>
                <a:ea typeface="Century Gothic"/>
                <a:cs typeface="Century Gothic"/>
                <a:sym typeface="Century Gothic"/>
              </a:rPr>
              <a:t>регистра </a:t>
            </a:r>
            <a:r>
              <a:rPr lang="ru" b="1">
                <a:solidFill>
                  <a:schemeClr val="lt1"/>
                </a:solidFill>
                <a:latin typeface="Century Gothic"/>
                <a:ea typeface="Century Gothic"/>
                <a:cs typeface="Century Gothic"/>
                <a:sym typeface="Century Gothic"/>
              </a:rPr>
              <a:t>X</a:t>
            </a:r>
            <a:r>
              <a:rPr lang="ru">
                <a:solidFill>
                  <a:schemeClr val="lt1"/>
                </a:solidFill>
                <a:latin typeface="Century Gothic"/>
                <a:ea typeface="Century Gothic"/>
                <a:cs typeface="Century Gothic"/>
                <a:sym typeface="Century Gothic"/>
              </a:rPr>
              <a:t> и </a:t>
            </a:r>
            <a:r>
              <a:rPr lang="ru" b="1">
                <a:solidFill>
                  <a:schemeClr val="lt1"/>
                </a:solidFill>
                <a:latin typeface="Century Gothic"/>
                <a:ea typeface="Century Gothic"/>
                <a:cs typeface="Century Gothic"/>
                <a:sym typeface="Century Gothic"/>
              </a:rPr>
              <a:t>Y</a:t>
            </a:r>
            <a:r>
              <a:rPr lang="ru">
                <a:solidFill>
                  <a:schemeClr val="lt1"/>
                </a:solidFill>
                <a:latin typeface="Century Gothic"/>
                <a:ea typeface="Century Gothic"/>
                <a:cs typeface="Century Gothic"/>
                <a:sym typeface="Century Gothic"/>
              </a:rPr>
              <a:t>, регистр условий </a:t>
            </a:r>
            <a:r>
              <a:rPr lang="ru" b="1">
                <a:solidFill>
                  <a:schemeClr val="lt1"/>
                </a:solidFill>
                <a:latin typeface="Century Gothic"/>
                <a:ea typeface="Century Gothic"/>
                <a:cs typeface="Century Gothic"/>
                <a:sym typeface="Century Gothic"/>
              </a:rPr>
              <a:t>CCR</a:t>
            </a:r>
            <a:r>
              <a:rPr lang="ru">
                <a:solidFill>
                  <a:schemeClr val="lt1"/>
                </a:solidFill>
                <a:latin typeface="Century Gothic"/>
                <a:ea typeface="Century Gothic"/>
                <a:cs typeface="Century Gothic"/>
                <a:sym typeface="Century Gothic"/>
              </a:rPr>
              <a:t>, 16-разрядные регистр-указатель стека </a:t>
            </a:r>
            <a:r>
              <a:rPr lang="ru" b="1">
                <a:solidFill>
                  <a:schemeClr val="lt1"/>
                </a:solidFill>
                <a:latin typeface="Century Gothic"/>
                <a:ea typeface="Century Gothic"/>
                <a:cs typeface="Century Gothic"/>
                <a:sym typeface="Century Gothic"/>
              </a:rPr>
              <a:t>SP </a:t>
            </a:r>
            <a:r>
              <a:rPr lang="ru">
                <a:solidFill>
                  <a:schemeClr val="lt1"/>
                </a:solidFill>
                <a:latin typeface="Century Gothic"/>
                <a:ea typeface="Century Gothic"/>
                <a:cs typeface="Century Gothic"/>
                <a:sym typeface="Century Gothic"/>
              </a:rPr>
              <a:t>и программный счетчик </a:t>
            </a:r>
            <a:r>
              <a:rPr lang="ru" b="1">
                <a:solidFill>
                  <a:schemeClr val="lt1"/>
                </a:solidFill>
                <a:latin typeface="Century Gothic"/>
                <a:ea typeface="Century Gothic"/>
                <a:cs typeface="Century Gothic"/>
                <a:sym typeface="Century Gothic"/>
              </a:rPr>
              <a:t>PC</a:t>
            </a:r>
            <a:r>
              <a:rPr lang="ru">
                <a:solidFill>
                  <a:schemeClr val="lt1"/>
                </a:solidFill>
                <a:latin typeface="Century Gothic"/>
                <a:ea typeface="Century Gothic"/>
                <a:cs typeface="Century Gothic"/>
                <a:sym typeface="Century Gothic"/>
              </a:rPr>
              <a:t>.</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1300">
              <a:solidFill>
                <a:schemeClr val="lt1"/>
              </a:solidFill>
              <a:latin typeface="Century Gothic"/>
              <a:ea typeface="Century Gothic"/>
              <a:cs typeface="Century Gothic"/>
              <a:sym typeface="Century Gothic"/>
            </a:endParaRPr>
          </a:p>
        </p:txBody>
      </p:sp>
      <p:sp>
        <p:nvSpPr>
          <p:cNvPr id="301" name="Google Shape;301;p38"/>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9"/>
          <p:cNvSpPr txBox="1">
            <a:spLocks noGrp="1"/>
          </p:cNvSpPr>
          <p:nvPr>
            <p:ph type="body" idx="1"/>
          </p:nvPr>
        </p:nvSpPr>
        <p:spPr>
          <a:xfrm>
            <a:off x="311700" y="1372425"/>
            <a:ext cx="8520600" cy="3196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b="1"/>
              <a:t>Аккумуляторы</a:t>
            </a:r>
            <a:r>
              <a:rPr lang="ru"/>
              <a:t> используются для выполнения большинства арифметических операций, таких как сложение, вычитание или выполнение логических и битовых операций (и/или инвертирования). Результаты таких операций часто помещаются обратно в регистр; например, инструкция может добавить что-то в регистр </a:t>
            </a:r>
            <a:r>
              <a:rPr lang="ru" b="1"/>
              <a:t>А</a:t>
            </a:r>
            <a:r>
              <a:rPr lang="ru"/>
              <a:t> и поместить сумму обратно в тот же регистр.</a:t>
            </a:r>
            <a:br>
              <a:rPr lang="ru"/>
            </a:br>
            <a:endParaRPr/>
          </a:p>
          <a:p>
            <a:pPr marL="0" lvl="0" indent="0" algn="l" rtl="0">
              <a:spcBef>
                <a:spcPts val="800"/>
              </a:spcBef>
              <a:spcAft>
                <a:spcPts val="0"/>
              </a:spcAft>
              <a:buNone/>
            </a:pPr>
            <a:r>
              <a:rPr lang="ru" b="1"/>
              <a:t>Индексный</a:t>
            </a:r>
            <a:r>
              <a:rPr lang="ru"/>
              <a:t> регистр часто используется для косвенной адресации. Перед выполнением инструкции любая её часть, обычно адресная, может быть модифицирована прибавлением числа, содержащегося в индексном регистре.</a:t>
            </a:r>
            <a:endParaRPr/>
          </a:p>
          <a:p>
            <a:pPr marL="0" lvl="0" indent="0" algn="l" rtl="0">
              <a:spcBef>
                <a:spcPts val="800"/>
              </a:spcBef>
              <a:spcAft>
                <a:spcPts val="0"/>
              </a:spcAft>
              <a:buNone/>
            </a:pPr>
            <a:endParaRPr/>
          </a:p>
        </p:txBody>
      </p:sp>
      <p:sp>
        <p:nvSpPr>
          <p:cNvPr id="307" name="Google Shape;307;p39"/>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20</a:t>
            </a:fld>
            <a:endParaRPr/>
          </a:p>
        </p:txBody>
      </p:sp>
      <p:sp>
        <p:nvSpPr>
          <p:cNvPr id="308" name="Google Shape;308;p39"/>
          <p:cNvSpPr txBox="1">
            <a:spLocks noGrp="1"/>
          </p:cNvSpPr>
          <p:nvPr>
            <p:ph type="title"/>
          </p:nvPr>
        </p:nvSpPr>
        <p:spPr>
          <a:xfrm>
            <a:off x="178550" y="181350"/>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a:solidFill>
                  <a:schemeClr val="lt1"/>
                </a:solidFill>
              </a:rPr>
              <a:t>Аккумуляторы и индексный регистр</a:t>
            </a:r>
            <a:endParaRPr>
              <a:solidFill>
                <a:schemeClr val="lt1"/>
              </a:solidFill>
            </a:endParaRPr>
          </a:p>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0"/>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Регистр условий CCR</a:t>
            </a:r>
            <a:endParaRPr sz="2650" b="1"/>
          </a:p>
        </p:txBody>
      </p:sp>
      <p:sp>
        <p:nvSpPr>
          <p:cNvPr id="314" name="Google Shape;314;p40"/>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Регистр признаков </a:t>
            </a:r>
            <a:r>
              <a:rPr lang="ru" b="1"/>
              <a:t>CCR</a:t>
            </a:r>
            <a:r>
              <a:rPr lang="ru"/>
              <a:t> — это 8-битный регистр, он содержит 6 флагов, которые также называют триггерами условий. Это флаги переноса </a:t>
            </a:r>
            <a:r>
              <a:rPr lang="ru" b="1"/>
              <a:t>C</a:t>
            </a:r>
            <a:r>
              <a:rPr lang="ru"/>
              <a:t>, нулевого результата </a:t>
            </a:r>
            <a:r>
              <a:rPr lang="ru" b="1"/>
              <a:t>Z</a:t>
            </a:r>
            <a:r>
              <a:rPr lang="ru"/>
              <a:t>, отрицательного результата </a:t>
            </a:r>
            <a:r>
              <a:rPr lang="ru" b="1"/>
              <a:t>N</a:t>
            </a:r>
            <a:r>
              <a:rPr lang="ru"/>
              <a:t>, переполнения </a:t>
            </a:r>
            <a:r>
              <a:rPr lang="ru" b="1"/>
              <a:t>V</a:t>
            </a:r>
            <a:r>
              <a:rPr lang="ru"/>
              <a:t>, дополнительного переноса </a:t>
            </a:r>
            <a:r>
              <a:rPr lang="ru" b="1"/>
              <a:t>H</a:t>
            </a:r>
            <a:r>
              <a:rPr lang="ru"/>
              <a:t>, а также бит глобальной маски прерывания </a:t>
            </a:r>
            <a:r>
              <a:rPr lang="ru" b="1"/>
              <a:t>I</a:t>
            </a:r>
            <a:r>
              <a:rPr lang="ru"/>
              <a:t>. </a:t>
            </a:r>
            <a:endParaRPr/>
          </a:p>
        </p:txBody>
      </p:sp>
      <p:pic>
        <p:nvPicPr>
          <p:cNvPr id="315" name="Google Shape;315;p40"/>
          <p:cNvPicPr preferRelativeResize="0"/>
          <p:nvPr/>
        </p:nvPicPr>
        <p:blipFill>
          <a:blip r:embed="rId3">
            <a:alphaModFix/>
          </a:blip>
          <a:stretch>
            <a:fillRect/>
          </a:stretch>
        </p:blipFill>
        <p:spPr>
          <a:xfrm>
            <a:off x="152400" y="2528575"/>
            <a:ext cx="8839201" cy="641555"/>
          </a:xfrm>
          <a:prstGeom prst="rect">
            <a:avLst/>
          </a:prstGeom>
          <a:noFill/>
          <a:ln>
            <a:noFill/>
          </a:ln>
        </p:spPr>
      </p:pic>
      <p:sp>
        <p:nvSpPr>
          <p:cNvPr id="316" name="Google Shape;316;p40"/>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1"/>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Флаг переполнения V</a:t>
            </a:r>
            <a:endParaRPr sz="2650" b="1"/>
          </a:p>
        </p:txBody>
      </p:sp>
      <p:sp>
        <p:nvSpPr>
          <p:cNvPr id="322" name="Google Shape;322;p41"/>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b="1"/>
              <a:t>Флаг переполнения</a:t>
            </a:r>
            <a:r>
              <a:rPr lang="ru"/>
              <a:t> </a:t>
            </a:r>
            <a:r>
              <a:rPr lang="ru" b="1"/>
              <a:t>V</a:t>
            </a:r>
            <a:r>
              <a:rPr lang="ru"/>
              <a:t> (Overflow flag) указывает на возникновение переполнения при выполнении операций над операндами, представленными в формате со знаком.</a:t>
            </a:r>
            <a:endParaRPr/>
          </a:p>
          <a:p>
            <a:pPr marL="0" lvl="0" indent="0" algn="l" rtl="0">
              <a:spcBef>
                <a:spcPts val="800"/>
              </a:spcBef>
              <a:spcAft>
                <a:spcPts val="0"/>
              </a:spcAft>
              <a:buNone/>
            </a:pPr>
            <a:endParaRPr/>
          </a:p>
          <a:p>
            <a:pPr marL="0" lvl="0" indent="0" algn="l" rtl="0">
              <a:spcBef>
                <a:spcPts val="800"/>
              </a:spcBef>
              <a:spcAft>
                <a:spcPts val="0"/>
              </a:spcAft>
              <a:buNone/>
            </a:pPr>
            <a:r>
              <a:rPr lang="ru"/>
              <a:t>Флаг устанавливается в 1, когда результат последней математической операции (сложение, вычитание, инкрементирование (увеличение на 1), декрементирование (уменьшение на 1), сравнение или сдвиг) получается больше +127 или меньше –128. Поэтому результат операции невозможно представить в однобайтном формате, и, следовательно, результат данной операции не верен. </a:t>
            </a:r>
            <a:endParaRPr/>
          </a:p>
        </p:txBody>
      </p:sp>
      <p:sp>
        <p:nvSpPr>
          <p:cNvPr id="323" name="Google Shape;323;p41"/>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2"/>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Флаг дополнительного переноса H</a:t>
            </a:r>
            <a:endParaRPr sz="2650" b="1"/>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29" name="Google Shape;329;p42"/>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Флаг дополнительного переноса </a:t>
            </a:r>
            <a:r>
              <a:rPr lang="ru" b="1"/>
              <a:t>H</a:t>
            </a:r>
            <a:r>
              <a:rPr lang="ru"/>
              <a:t> (Half carry) указывает на возникновении переноса между 3-м и 4-м битами результата любой арифметической операции.</a:t>
            </a:r>
            <a:endParaRPr/>
          </a:p>
          <a:p>
            <a:pPr marL="0" lvl="0" indent="0" algn="l" rtl="0">
              <a:spcBef>
                <a:spcPts val="800"/>
              </a:spcBef>
              <a:spcAft>
                <a:spcPts val="0"/>
              </a:spcAft>
              <a:buNone/>
            </a:pPr>
            <a:endParaRPr/>
          </a:p>
          <a:p>
            <a:pPr marL="0" lvl="0" indent="0" algn="l" rtl="0">
              <a:spcBef>
                <a:spcPts val="800"/>
              </a:spcBef>
              <a:spcAft>
                <a:spcPts val="0"/>
              </a:spcAft>
              <a:buNone/>
            </a:pPr>
            <a:r>
              <a:rPr lang="ru"/>
              <a:t>Этот флаг необходим, если при обработке численных значений используют двоично-десятичный код (BDC). Примеры, демонстрирующие логику формирования флага дополнительного переноса, представлены ниже.</a:t>
            </a:r>
            <a:endParaRPr/>
          </a:p>
          <a:p>
            <a:pPr marL="0" lvl="0" indent="0" algn="l" rtl="0">
              <a:spcBef>
                <a:spcPts val="800"/>
              </a:spcBef>
              <a:spcAft>
                <a:spcPts val="0"/>
              </a:spcAft>
              <a:buNone/>
            </a:pPr>
            <a:endParaRPr/>
          </a:p>
        </p:txBody>
      </p:sp>
      <p:pic>
        <p:nvPicPr>
          <p:cNvPr id="330" name="Google Shape;330;p42"/>
          <p:cNvPicPr preferRelativeResize="0"/>
          <p:nvPr/>
        </p:nvPicPr>
        <p:blipFill>
          <a:blip r:embed="rId3">
            <a:alphaModFix/>
          </a:blip>
          <a:stretch>
            <a:fillRect/>
          </a:stretch>
        </p:blipFill>
        <p:spPr>
          <a:xfrm>
            <a:off x="5745725" y="1442888"/>
            <a:ext cx="2980450" cy="2257725"/>
          </a:xfrm>
          <a:prstGeom prst="rect">
            <a:avLst/>
          </a:prstGeom>
          <a:noFill/>
          <a:ln>
            <a:noFill/>
          </a:ln>
        </p:spPr>
      </p:pic>
      <p:sp>
        <p:nvSpPr>
          <p:cNvPr id="331" name="Google Shape;331;p42"/>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3"/>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Флаг отрицательного результата N</a:t>
            </a:r>
            <a:endParaRPr sz="2650" b="1"/>
          </a:p>
          <a:p>
            <a:pPr marL="0" lvl="0" indent="0" algn="l" rtl="0">
              <a:spcBef>
                <a:spcPts val="0"/>
              </a:spcBef>
              <a:spcAft>
                <a:spcPts val="0"/>
              </a:spcAft>
              <a:buNone/>
            </a:pPr>
            <a:endParaRPr/>
          </a:p>
        </p:txBody>
      </p:sp>
      <p:sp>
        <p:nvSpPr>
          <p:cNvPr id="337" name="Google Shape;337;p43"/>
          <p:cNvSpPr txBox="1">
            <a:spLocks noGrp="1"/>
          </p:cNvSpPr>
          <p:nvPr>
            <p:ph type="body" idx="1"/>
          </p:nvPr>
        </p:nvSpPr>
        <p:spPr>
          <a:xfrm>
            <a:off x="311700" y="1152475"/>
            <a:ext cx="5301000" cy="3416400"/>
          </a:xfrm>
          <a:prstGeom prst="rect">
            <a:avLst/>
          </a:prstGeom>
        </p:spPr>
        <p:txBody>
          <a:bodyPr spcFirstLastPara="1" wrap="square" lIns="68575" tIns="34275" rIns="68575" bIns="34275" anchor="t" anchorCtr="0">
            <a:normAutofit fontScale="92500" lnSpcReduction="20000"/>
          </a:bodyPr>
          <a:lstStyle/>
          <a:p>
            <a:pPr marL="0" lvl="0" indent="0" algn="l" rtl="0">
              <a:spcBef>
                <a:spcPts val="800"/>
              </a:spcBef>
              <a:spcAft>
                <a:spcPts val="0"/>
              </a:spcAft>
              <a:buNone/>
            </a:pPr>
            <a:r>
              <a:rPr lang="ru"/>
              <a:t>Флаг отрицательного результата N (Negative flag) устанавливается, если после выполнения любой арифметической, логической операции или операции перемещения данных (чтение или запись) образуется отрицательное число. Центральный процессор считает отрицательным любое число, старший бит D7 которого установлен в 1.</a:t>
            </a:r>
            <a:endParaRPr/>
          </a:p>
          <a:p>
            <a:pPr marL="0" lvl="0" indent="0" algn="l" rtl="0">
              <a:spcBef>
                <a:spcPts val="800"/>
              </a:spcBef>
              <a:spcAft>
                <a:spcPts val="0"/>
              </a:spcAft>
              <a:buNone/>
            </a:pPr>
            <a:endParaRPr/>
          </a:p>
          <a:p>
            <a:pPr marL="0" lvl="0" indent="0" algn="l" rtl="0">
              <a:spcBef>
                <a:spcPts val="800"/>
              </a:spcBef>
              <a:spcAft>
                <a:spcPts val="0"/>
              </a:spcAft>
              <a:buNone/>
            </a:pPr>
            <a:r>
              <a:rPr lang="ru"/>
              <a:t>На самом деле бит N копирует старший бит результата. Принято, что если старший бит числа со знаком равен 1, то это число отрицательное, а если равен 0, то это число положительное. Но для чисел в формате без знака бит N будет устанавливаться неправильно, и на него можно не обращать внимания. </a:t>
            </a:r>
            <a:endParaRPr/>
          </a:p>
          <a:p>
            <a:pPr marL="0" lvl="0" indent="0" algn="l" rtl="0">
              <a:spcBef>
                <a:spcPts val="800"/>
              </a:spcBef>
              <a:spcAft>
                <a:spcPts val="0"/>
              </a:spcAft>
              <a:buNone/>
            </a:pPr>
            <a:endParaRPr/>
          </a:p>
          <a:p>
            <a:pPr marL="0" lvl="0" indent="0" algn="l" rtl="0">
              <a:spcBef>
                <a:spcPts val="800"/>
              </a:spcBef>
              <a:spcAft>
                <a:spcPts val="0"/>
              </a:spcAft>
              <a:buNone/>
            </a:pPr>
            <a:endParaRPr/>
          </a:p>
        </p:txBody>
      </p:sp>
      <p:pic>
        <p:nvPicPr>
          <p:cNvPr id="338" name="Google Shape;338;p43"/>
          <p:cNvPicPr preferRelativeResize="0"/>
          <p:nvPr/>
        </p:nvPicPr>
        <p:blipFill>
          <a:blip r:embed="rId3">
            <a:alphaModFix/>
          </a:blip>
          <a:stretch>
            <a:fillRect/>
          </a:stretch>
        </p:blipFill>
        <p:spPr>
          <a:xfrm>
            <a:off x="5848150" y="1752600"/>
            <a:ext cx="3052100" cy="1638300"/>
          </a:xfrm>
          <a:prstGeom prst="rect">
            <a:avLst/>
          </a:prstGeom>
          <a:noFill/>
          <a:ln>
            <a:noFill/>
          </a:ln>
        </p:spPr>
      </p:pic>
      <p:sp>
        <p:nvSpPr>
          <p:cNvPr id="339" name="Google Shape;339;p43"/>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4"/>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Флаг переноса С</a:t>
            </a:r>
            <a:endParaRPr sz="2650" b="1"/>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45" name="Google Shape;345;p44"/>
          <p:cNvSpPr txBox="1">
            <a:spLocks noGrp="1"/>
          </p:cNvSpPr>
          <p:nvPr>
            <p:ph type="body" idx="1"/>
          </p:nvPr>
        </p:nvSpPr>
        <p:spPr>
          <a:xfrm>
            <a:off x="311700" y="1152475"/>
            <a:ext cx="8520600" cy="3743100"/>
          </a:xfrm>
          <a:prstGeom prst="rect">
            <a:avLst/>
          </a:prstGeom>
        </p:spPr>
        <p:txBody>
          <a:bodyPr spcFirstLastPara="1" wrap="square" lIns="68575" tIns="34275" rIns="68575" bIns="34275" anchor="t" anchorCtr="0">
            <a:normAutofit fontScale="70000" lnSpcReduction="20000"/>
          </a:bodyPr>
          <a:lstStyle/>
          <a:p>
            <a:pPr marL="0" lvl="0" indent="0" algn="l" rtl="0">
              <a:spcBef>
                <a:spcPts val="800"/>
              </a:spcBef>
              <a:spcAft>
                <a:spcPts val="0"/>
              </a:spcAft>
              <a:buNone/>
            </a:pPr>
            <a:r>
              <a:rPr lang="ru" sz="1979"/>
              <a:t>Флаг переноса C (Carry/borrow flag — дословно флаг переноса/заёма) изменяет состояние в 4 случаях:</a:t>
            </a:r>
            <a:endParaRPr sz="1979"/>
          </a:p>
          <a:p>
            <a:pPr marL="0" lvl="0" indent="0" algn="l" rtl="0">
              <a:spcBef>
                <a:spcPts val="800"/>
              </a:spcBef>
              <a:spcAft>
                <a:spcPts val="0"/>
              </a:spcAft>
              <a:buNone/>
            </a:pPr>
            <a:endParaRPr/>
          </a:p>
          <a:p>
            <a:pPr marL="457200" lvl="0" indent="-320846" algn="l" rtl="0">
              <a:spcBef>
                <a:spcPts val="800"/>
              </a:spcBef>
              <a:spcAft>
                <a:spcPts val="0"/>
              </a:spcAft>
              <a:buClr>
                <a:schemeClr val="lt1"/>
              </a:buClr>
              <a:buSzPct val="100000"/>
              <a:buAutoNum type="arabicPeriod"/>
            </a:pPr>
            <a:r>
              <a:rPr lang="ru" sz="2075"/>
              <a:t>В операциях сложения. Флаг С устанавливается в случае, когда результат операции больше 255. В таком случае он действует как флаг переноса. </a:t>
            </a:r>
            <a:endParaRPr sz="2075"/>
          </a:p>
          <a:p>
            <a:pPr marL="457200" lvl="0" indent="0" algn="l" rtl="0">
              <a:spcBef>
                <a:spcPts val="800"/>
              </a:spcBef>
              <a:spcAft>
                <a:spcPts val="0"/>
              </a:spcAft>
              <a:buNone/>
            </a:pPr>
            <a:endParaRPr sz="2075"/>
          </a:p>
          <a:p>
            <a:pPr marL="457200" lvl="0" indent="-320846" algn="l" rtl="0">
              <a:spcBef>
                <a:spcPts val="800"/>
              </a:spcBef>
              <a:spcAft>
                <a:spcPts val="0"/>
              </a:spcAft>
              <a:buClr>
                <a:schemeClr val="lt1"/>
              </a:buClr>
              <a:buSzPct val="100000"/>
              <a:buAutoNum type="arabicPeriod"/>
            </a:pPr>
            <a:r>
              <a:rPr lang="ru" sz="2075"/>
              <a:t>В операциях вычитания. Флаг переноса устанавливается в 1, когда результат операции получается меньше 0 (отрицательная величина). В таком случае флаг C выполняет роль флага заёма (borrow).</a:t>
            </a:r>
            <a:br>
              <a:rPr lang="ru" sz="2075"/>
            </a:br>
            <a:endParaRPr sz="2075"/>
          </a:p>
          <a:p>
            <a:pPr marL="457200" lvl="0" indent="-320846" algn="l" rtl="0">
              <a:spcBef>
                <a:spcPts val="0"/>
              </a:spcBef>
              <a:spcAft>
                <a:spcPts val="0"/>
              </a:spcAft>
              <a:buClr>
                <a:schemeClr val="lt1"/>
              </a:buClr>
              <a:buSzPct val="100000"/>
              <a:buAutoNum type="arabicPeriod"/>
            </a:pPr>
            <a:r>
              <a:rPr lang="ru" sz="2075"/>
              <a:t>В операциях сдвига. Флаг С выполняет роль «девятого бита», принимая значение старшего бита (бит 7) при сдвиге влево. При сдвиге вправо он принимает значение младшего бита (бит 0).</a:t>
            </a:r>
            <a:br>
              <a:rPr lang="ru" sz="2075"/>
            </a:br>
            <a:endParaRPr sz="2075"/>
          </a:p>
          <a:p>
            <a:pPr marL="457200" lvl="0" indent="-320846" algn="l" rtl="0">
              <a:spcBef>
                <a:spcPts val="0"/>
              </a:spcBef>
              <a:spcAft>
                <a:spcPts val="0"/>
              </a:spcAft>
              <a:buClr>
                <a:schemeClr val="lt1"/>
              </a:buClr>
              <a:buSzPct val="100000"/>
              <a:buAutoNum type="arabicPeriod"/>
            </a:pPr>
            <a:r>
              <a:rPr lang="ru" sz="2075"/>
              <a:t>В операциях проверки битов. Бит С регистра признаков принимает значение проверяемого бита.</a:t>
            </a:r>
            <a:endParaRPr sz="2075"/>
          </a:p>
          <a:p>
            <a:pPr marL="457200" lvl="0" indent="0" algn="l" rtl="0">
              <a:spcBef>
                <a:spcPts val="800"/>
              </a:spcBef>
              <a:spcAft>
                <a:spcPts val="0"/>
              </a:spcAft>
              <a:buNone/>
            </a:pPr>
            <a:endParaRPr sz="2075"/>
          </a:p>
        </p:txBody>
      </p:sp>
      <p:sp>
        <p:nvSpPr>
          <p:cNvPr id="346" name="Google Shape;346;p44"/>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5"/>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200" b="1"/>
              <a:t>Флаг нулевого результата Z и глобальная маска прерываний I</a:t>
            </a:r>
            <a:endParaRPr sz="2200" b="1"/>
          </a:p>
          <a:p>
            <a:pPr marL="0" lvl="0" indent="0" algn="l" rtl="0">
              <a:spcBef>
                <a:spcPts val="0"/>
              </a:spcBef>
              <a:spcAft>
                <a:spcPts val="0"/>
              </a:spcAft>
              <a:buNone/>
            </a:pPr>
            <a:endParaRPr sz="2200" b="1"/>
          </a:p>
          <a:p>
            <a:pPr marL="0" lvl="0" indent="0" algn="l" rtl="0">
              <a:spcBef>
                <a:spcPts val="0"/>
              </a:spcBef>
              <a:spcAft>
                <a:spcPts val="0"/>
              </a:spcAft>
              <a:buNone/>
            </a:pPr>
            <a:endParaRPr sz="2200" b="1"/>
          </a:p>
        </p:txBody>
      </p:sp>
      <p:sp>
        <p:nvSpPr>
          <p:cNvPr id="352" name="Google Shape;352;p45"/>
          <p:cNvSpPr txBox="1">
            <a:spLocks noGrp="1"/>
          </p:cNvSpPr>
          <p:nvPr>
            <p:ph type="body" idx="1"/>
          </p:nvPr>
        </p:nvSpPr>
        <p:spPr>
          <a:xfrm>
            <a:off x="311700" y="1485075"/>
            <a:ext cx="8520600" cy="30837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Флаг нулевого результата Z (Zero flag) устанавливается, когда результат любой арифметической или логической операции, а так же операции перемещения, равен 0. Если же результат отличен от 0, то флаг сбрасывается.</a:t>
            </a:r>
            <a:endParaRPr/>
          </a:p>
          <a:p>
            <a:pPr marL="0" lvl="0" indent="0" algn="l" rtl="0">
              <a:spcBef>
                <a:spcPts val="800"/>
              </a:spcBef>
              <a:spcAft>
                <a:spcPts val="0"/>
              </a:spcAft>
              <a:buNone/>
            </a:pPr>
            <a:endParaRPr/>
          </a:p>
          <a:p>
            <a:pPr marL="0" lvl="0" indent="0" algn="l" rtl="0">
              <a:spcBef>
                <a:spcPts val="800"/>
              </a:spcBef>
              <a:spcAft>
                <a:spcPts val="0"/>
              </a:spcAft>
              <a:buNone/>
            </a:pPr>
            <a:r>
              <a:rPr lang="ru"/>
              <a:t>Бит маски прерываний I (Interrupt mask) разрешает или запрещает переход центрального процессора в режим прерывания. Если I = 0, то при поступлении запроса ЦП перейдет к выполнению подпрограммы прерывания. Если I = 1, то запрос на прерывание не будет обслуживаться до тех пор, пока бит I не будет сброшен в 0.</a:t>
            </a:r>
            <a:endParaRPr/>
          </a:p>
        </p:txBody>
      </p:sp>
      <p:sp>
        <p:nvSpPr>
          <p:cNvPr id="353" name="Google Shape;353;p45"/>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6"/>
          <p:cNvSpPr txBox="1">
            <a:spLocks noGrp="1"/>
          </p:cNvSpPr>
          <p:nvPr>
            <p:ph type="title"/>
          </p:nvPr>
        </p:nvSpPr>
        <p:spPr>
          <a:xfrm>
            <a:off x="237700" y="4265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00" b="1"/>
              <a:t>Регистр-указатель стека SP и программный счетчик PC</a:t>
            </a:r>
            <a:endParaRPr sz="2600" b="1"/>
          </a:p>
        </p:txBody>
      </p:sp>
      <p:sp>
        <p:nvSpPr>
          <p:cNvPr id="359" name="Google Shape;359;p46"/>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 </a:t>
            </a:r>
            <a:endParaRPr/>
          </a:p>
          <a:p>
            <a:pPr marL="0" lvl="0" indent="0" algn="l" rtl="0">
              <a:spcBef>
                <a:spcPts val="800"/>
              </a:spcBef>
              <a:spcAft>
                <a:spcPts val="0"/>
              </a:spcAft>
              <a:buNone/>
            </a:pPr>
            <a:r>
              <a:rPr lang="ru"/>
              <a:t>Указатель стека, или регистр </a:t>
            </a:r>
            <a:r>
              <a:rPr lang="ru" b="1"/>
              <a:t>SP</a:t>
            </a:r>
            <a:r>
              <a:rPr lang="ru"/>
              <a:t>, используется для хранения адреса стека программы. Стек используется для временного хранения данных и сохранения адреса возврата перед вызовом подпрограммы.</a:t>
            </a:r>
            <a:br>
              <a:rPr lang="ru"/>
            </a:br>
            <a:br>
              <a:rPr lang="ru"/>
            </a:br>
            <a:r>
              <a:rPr lang="ru"/>
              <a:t>Группа команд работы с регистром стека имеет одну особенность: при переносе числа из индексного регистра регистр стека получает на единицу меньшее значение, при обратной пересылке происходит увеличение индексного регистра.</a:t>
            </a:r>
            <a:br>
              <a:rPr lang="ru"/>
            </a:br>
            <a:br>
              <a:rPr lang="ru"/>
            </a:br>
            <a:r>
              <a:rPr lang="ru"/>
              <a:t>Программный счетчик, или </a:t>
            </a:r>
            <a:r>
              <a:rPr lang="ru" b="1"/>
              <a:t>PC</a:t>
            </a:r>
            <a:r>
              <a:rPr lang="ru"/>
              <a:t>, используется для отслеживания текущей выполняемой инструкции. </a:t>
            </a:r>
            <a:r>
              <a:rPr lang="ru" b="1"/>
              <a:t>PC</a:t>
            </a:r>
            <a:r>
              <a:rPr lang="ru"/>
              <a:t> автоматически инкрементируется по мере прохождения микропроцессором последовательности инструкций.</a:t>
            </a:r>
            <a:endParaRPr/>
          </a:p>
          <a:p>
            <a:pPr marL="0" lvl="0" indent="0" algn="l" rtl="0">
              <a:spcBef>
                <a:spcPts val="800"/>
              </a:spcBef>
              <a:spcAft>
                <a:spcPts val="0"/>
              </a:spcAft>
              <a:buNone/>
            </a:pPr>
            <a:endParaRPr/>
          </a:p>
        </p:txBody>
      </p:sp>
      <p:sp>
        <p:nvSpPr>
          <p:cNvPr id="360" name="Google Shape;360;p46"/>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7"/>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Адресация</a:t>
            </a:r>
            <a:r>
              <a:rPr lang="ru"/>
              <a:t> </a:t>
            </a:r>
            <a:endParaRPr/>
          </a:p>
        </p:txBody>
      </p:sp>
      <p:sp>
        <p:nvSpPr>
          <p:cNvPr id="366" name="Google Shape;366;p47"/>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fontScale="92500" lnSpcReduction="20000"/>
          </a:bodyPr>
          <a:lstStyle/>
          <a:p>
            <a:pPr marL="0" lvl="0" indent="0" algn="l" rtl="0">
              <a:spcBef>
                <a:spcPts val="800"/>
              </a:spcBef>
              <a:spcAft>
                <a:spcPts val="0"/>
              </a:spcAft>
              <a:buNone/>
            </a:pPr>
            <a:r>
              <a:rPr lang="ru"/>
              <a:t>Методы адресации (в вычислительной технике) — способы, которые указывают на определенную ячейку либо ячейки памяти ЭВМ, процессору с целью записи, чтения данных или передачи управления.</a:t>
            </a:r>
            <a:endParaRPr/>
          </a:p>
          <a:p>
            <a:pPr marL="0" lvl="0" indent="0" algn="l" rtl="0">
              <a:spcBef>
                <a:spcPts val="800"/>
              </a:spcBef>
              <a:spcAft>
                <a:spcPts val="0"/>
              </a:spcAft>
              <a:buNone/>
            </a:pPr>
            <a:endParaRPr/>
          </a:p>
          <a:p>
            <a:pPr marL="0" lvl="0" indent="0" algn="l" rtl="0">
              <a:spcBef>
                <a:spcPts val="800"/>
              </a:spcBef>
              <a:spcAft>
                <a:spcPts val="0"/>
              </a:spcAft>
              <a:buNone/>
            </a:pPr>
            <a:r>
              <a:rPr lang="ru"/>
              <a:t>Задача адресации заключается в указании на текущую ячейку памяти, к которой происходит обращение процессора.</a:t>
            </a:r>
            <a:endParaRPr/>
          </a:p>
          <a:p>
            <a:pPr marL="0" lvl="0" indent="0" algn="l" rtl="0">
              <a:spcBef>
                <a:spcPts val="800"/>
              </a:spcBef>
              <a:spcAft>
                <a:spcPts val="0"/>
              </a:spcAft>
              <a:buNone/>
            </a:pPr>
            <a:br>
              <a:rPr lang="ru"/>
            </a:br>
            <a:r>
              <a:rPr lang="ru"/>
              <a:t>Методы адресации:</a:t>
            </a:r>
            <a:br>
              <a:rPr lang="ru"/>
            </a:br>
            <a:endParaRPr/>
          </a:p>
          <a:p>
            <a:pPr marL="457200" lvl="0" indent="-299085" algn="l" rtl="0">
              <a:lnSpc>
                <a:spcPct val="115000"/>
              </a:lnSpc>
              <a:spcBef>
                <a:spcPts val="800"/>
              </a:spcBef>
              <a:spcAft>
                <a:spcPts val="0"/>
              </a:spcAft>
              <a:buClr>
                <a:schemeClr val="lt1"/>
              </a:buClr>
              <a:buSzPct val="80000"/>
              <a:buAutoNum type="arabicPeriod"/>
            </a:pPr>
            <a:r>
              <a:rPr lang="ru"/>
              <a:t>Неявная</a:t>
            </a:r>
            <a:endParaRPr/>
          </a:p>
          <a:p>
            <a:pPr marL="457200" lvl="0" indent="-299085" algn="l" rtl="0">
              <a:lnSpc>
                <a:spcPct val="115000"/>
              </a:lnSpc>
              <a:spcBef>
                <a:spcPts val="0"/>
              </a:spcBef>
              <a:spcAft>
                <a:spcPts val="0"/>
              </a:spcAft>
              <a:buClr>
                <a:schemeClr val="lt1"/>
              </a:buClr>
              <a:buSzPct val="80000"/>
              <a:buAutoNum type="arabicPeriod"/>
            </a:pPr>
            <a:r>
              <a:rPr lang="ru"/>
              <a:t>Непосредственная </a:t>
            </a:r>
            <a:endParaRPr/>
          </a:p>
          <a:p>
            <a:pPr marL="457200" lvl="0" indent="-299085" algn="l" rtl="0">
              <a:lnSpc>
                <a:spcPct val="115000"/>
              </a:lnSpc>
              <a:spcBef>
                <a:spcPts val="0"/>
              </a:spcBef>
              <a:spcAft>
                <a:spcPts val="0"/>
              </a:spcAft>
              <a:buClr>
                <a:schemeClr val="lt1"/>
              </a:buClr>
              <a:buSzPct val="80000"/>
              <a:buAutoNum type="arabicPeriod"/>
            </a:pPr>
            <a:r>
              <a:rPr lang="ru"/>
              <a:t>Прямая </a:t>
            </a:r>
            <a:endParaRPr/>
          </a:p>
          <a:p>
            <a:pPr marL="457200" lvl="0" indent="-299085" algn="l" rtl="0">
              <a:lnSpc>
                <a:spcPct val="115000"/>
              </a:lnSpc>
              <a:spcBef>
                <a:spcPts val="0"/>
              </a:spcBef>
              <a:spcAft>
                <a:spcPts val="0"/>
              </a:spcAft>
              <a:buClr>
                <a:schemeClr val="lt1"/>
              </a:buClr>
              <a:buSzPct val="80000"/>
              <a:buAutoNum type="arabicPeriod"/>
            </a:pPr>
            <a:r>
              <a:rPr lang="ru"/>
              <a:t>Расширенная </a:t>
            </a:r>
            <a:endParaRPr/>
          </a:p>
          <a:p>
            <a:pPr marL="457200" lvl="0" indent="-299085" algn="l" rtl="0">
              <a:lnSpc>
                <a:spcPct val="115000"/>
              </a:lnSpc>
              <a:spcBef>
                <a:spcPts val="0"/>
              </a:spcBef>
              <a:spcAft>
                <a:spcPts val="0"/>
              </a:spcAft>
              <a:buClr>
                <a:schemeClr val="lt1"/>
              </a:buClr>
              <a:buSzPct val="80000"/>
              <a:buAutoNum type="arabicPeriod"/>
            </a:pPr>
            <a:r>
              <a:rPr lang="ru"/>
              <a:t>Индексная </a:t>
            </a:r>
            <a:endParaRPr/>
          </a:p>
          <a:p>
            <a:pPr marL="457200" lvl="0" indent="-299085" algn="l" rtl="0">
              <a:lnSpc>
                <a:spcPct val="115000"/>
              </a:lnSpc>
              <a:spcBef>
                <a:spcPts val="0"/>
              </a:spcBef>
              <a:spcAft>
                <a:spcPts val="0"/>
              </a:spcAft>
              <a:buClr>
                <a:schemeClr val="lt1"/>
              </a:buClr>
              <a:buSzPct val="80000"/>
              <a:buAutoNum type="arabicPeriod"/>
            </a:pPr>
            <a:r>
              <a:rPr lang="ru"/>
              <a:t>Относительная</a:t>
            </a:r>
            <a:endParaRPr/>
          </a:p>
          <a:p>
            <a:pPr marL="457200" lvl="0" indent="-299085" algn="l" rtl="0">
              <a:spcBef>
                <a:spcPts val="0"/>
              </a:spcBef>
              <a:spcAft>
                <a:spcPts val="0"/>
              </a:spcAft>
              <a:buSzPct val="80000"/>
              <a:buAutoNum type="arabicPeriod"/>
            </a:pPr>
            <a:endParaRPr/>
          </a:p>
        </p:txBody>
      </p:sp>
      <p:sp>
        <p:nvSpPr>
          <p:cNvPr id="367" name="Google Shape;367;p47"/>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8"/>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Неявная адресация </a:t>
            </a:r>
            <a:endParaRPr sz="2650" b="1"/>
          </a:p>
        </p:txBody>
      </p:sp>
      <p:sp>
        <p:nvSpPr>
          <p:cNvPr id="373" name="Google Shape;373;p48"/>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Autofit/>
          </a:bodyPr>
          <a:lstStyle/>
          <a:p>
            <a:pPr marL="0" lvl="0" indent="0" algn="l" rtl="0">
              <a:lnSpc>
                <a:spcPct val="80000"/>
              </a:lnSpc>
              <a:spcBef>
                <a:spcPts val="800"/>
              </a:spcBef>
              <a:spcAft>
                <a:spcPts val="0"/>
              </a:spcAft>
              <a:buSzPts val="1018"/>
              <a:buNone/>
            </a:pPr>
            <a:r>
              <a:rPr lang="ru" b="1"/>
              <a:t>Неявная</a:t>
            </a:r>
            <a:r>
              <a:rPr lang="ru"/>
              <a:t> адресация используется в том случае, когда в качестве операндов</a:t>
            </a:r>
            <a:endParaRPr/>
          </a:p>
          <a:p>
            <a:pPr marL="0" lvl="0" indent="0" algn="l" rtl="0">
              <a:lnSpc>
                <a:spcPct val="80000"/>
              </a:lnSpc>
              <a:spcBef>
                <a:spcPts val="800"/>
              </a:spcBef>
              <a:spcAft>
                <a:spcPts val="0"/>
              </a:spcAft>
              <a:buSzPts val="1018"/>
              <a:buNone/>
            </a:pPr>
            <a:r>
              <a:rPr lang="ru"/>
              <a:t>используются либо регистры (например, СОМА, CLI), либо фиксированная</a:t>
            </a:r>
            <a:endParaRPr/>
          </a:p>
          <a:p>
            <a:pPr marL="0" lvl="0" indent="0" algn="l" rtl="0">
              <a:lnSpc>
                <a:spcPct val="80000"/>
              </a:lnSpc>
              <a:spcBef>
                <a:spcPts val="800"/>
              </a:spcBef>
              <a:spcAft>
                <a:spcPts val="0"/>
              </a:spcAft>
              <a:buSzPts val="1018"/>
              <a:buNone/>
            </a:pPr>
            <a:r>
              <a:rPr lang="ru"/>
              <a:t>ячейка памяти (SWI). Другими словами можно сказать, что неявная адресация не</a:t>
            </a:r>
            <a:endParaRPr/>
          </a:p>
          <a:p>
            <a:pPr marL="0" lvl="0" indent="0" algn="l" rtl="0">
              <a:lnSpc>
                <a:spcPct val="80000"/>
              </a:lnSpc>
              <a:spcBef>
                <a:spcPts val="800"/>
              </a:spcBef>
              <a:spcAft>
                <a:spcPts val="0"/>
              </a:spcAft>
              <a:buSzPts val="1018"/>
              <a:buNone/>
            </a:pPr>
            <a:r>
              <a:rPr lang="ru"/>
              <a:t>требует отдельного битового поля для указания операнда. В большинстве</a:t>
            </a:r>
            <a:endParaRPr/>
          </a:p>
          <a:p>
            <a:pPr marL="0" lvl="0" indent="0" algn="l" rtl="0">
              <a:lnSpc>
                <a:spcPct val="80000"/>
              </a:lnSpc>
              <a:spcBef>
                <a:spcPts val="800"/>
              </a:spcBef>
              <a:spcAft>
                <a:spcPts val="0"/>
              </a:spcAft>
              <a:buSzPts val="1018"/>
              <a:buNone/>
            </a:pPr>
            <a:r>
              <a:rPr lang="ru"/>
              <a:t>случаев такие команды однобайтные.</a:t>
            </a:r>
            <a:endParaRPr/>
          </a:p>
          <a:p>
            <a:pPr marL="0" lvl="0" indent="0" algn="ctr" rtl="0">
              <a:lnSpc>
                <a:spcPct val="80000"/>
              </a:lnSpc>
              <a:spcBef>
                <a:spcPts val="800"/>
              </a:spcBef>
              <a:spcAft>
                <a:spcPts val="0"/>
              </a:spcAft>
              <a:buSzPts val="1018"/>
              <a:buNone/>
            </a:pPr>
            <a:br>
              <a:rPr lang="ru"/>
            </a:br>
            <a:r>
              <a:rPr lang="ru" b="1">
                <a:solidFill>
                  <a:srgbClr val="0000FF"/>
                </a:solidFill>
              </a:rPr>
              <a:t>COMA</a:t>
            </a:r>
            <a:endParaRPr b="1">
              <a:solidFill>
                <a:srgbClr val="0000FF"/>
              </a:solidFill>
            </a:endParaRPr>
          </a:p>
          <a:p>
            <a:pPr marL="0" lvl="0" indent="0" algn="ctr" rtl="0">
              <a:lnSpc>
                <a:spcPct val="80000"/>
              </a:lnSpc>
              <a:spcBef>
                <a:spcPts val="800"/>
              </a:spcBef>
              <a:spcAft>
                <a:spcPts val="0"/>
              </a:spcAft>
              <a:buSzPts val="1018"/>
              <a:buNone/>
            </a:pPr>
            <a:r>
              <a:rPr lang="ru" b="1">
                <a:solidFill>
                  <a:srgbClr val="0000FF"/>
                </a:solidFill>
              </a:rPr>
              <a:t>COMB</a:t>
            </a:r>
            <a:br>
              <a:rPr lang="ru" b="1">
                <a:solidFill>
                  <a:srgbClr val="0000FF"/>
                </a:solidFill>
              </a:rPr>
            </a:br>
            <a:endParaRPr b="1">
              <a:solidFill>
                <a:srgbClr val="0000FF"/>
              </a:solidFill>
            </a:endParaRPr>
          </a:p>
          <a:p>
            <a:pPr marL="0" lvl="0" indent="0" algn="l" rtl="0">
              <a:lnSpc>
                <a:spcPct val="80000"/>
              </a:lnSpc>
              <a:spcBef>
                <a:spcPts val="800"/>
              </a:spcBef>
              <a:spcAft>
                <a:spcPts val="0"/>
              </a:spcAft>
              <a:buSzPts val="1018"/>
              <a:buNone/>
            </a:pPr>
            <a:r>
              <a:rPr lang="ru">
                <a:solidFill>
                  <a:srgbClr val="000000"/>
                </a:solidFill>
              </a:rPr>
              <a:t>Исключение составляют команды, взаимодействующие с регистром </a:t>
            </a:r>
            <a:r>
              <a:rPr lang="ru" b="1">
                <a:solidFill>
                  <a:srgbClr val="000000"/>
                </a:solidFill>
              </a:rPr>
              <a:t>Y</a:t>
            </a:r>
            <a:r>
              <a:rPr lang="ru">
                <a:solidFill>
                  <a:srgbClr val="000000"/>
                </a:solidFill>
              </a:rPr>
              <a:t>:</a:t>
            </a:r>
            <a:endParaRPr>
              <a:solidFill>
                <a:srgbClr val="000000"/>
              </a:solidFill>
            </a:endParaRPr>
          </a:p>
          <a:p>
            <a:pPr marL="0" lvl="0" indent="0" algn="ctr" rtl="0">
              <a:lnSpc>
                <a:spcPct val="80000"/>
              </a:lnSpc>
              <a:spcBef>
                <a:spcPts val="800"/>
              </a:spcBef>
              <a:spcAft>
                <a:spcPts val="0"/>
              </a:spcAft>
              <a:buSzPts val="1018"/>
              <a:buNone/>
            </a:pPr>
            <a:br>
              <a:rPr lang="ru">
                <a:solidFill>
                  <a:srgbClr val="000000"/>
                </a:solidFill>
              </a:rPr>
            </a:br>
            <a:r>
              <a:rPr lang="ru" b="1">
                <a:solidFill>
                  <a:srgbClr val="0000FF"/>
                </a:solidFill>
              </a:rPr>
              <a:t>TYS</a:t>
            </a:r>
            <a:endParaRPr b="1">
              <a:solidFill>
                <a:srgbClr val="0000FF"/>
              </a:solidFill>
            </a:endParaRPr>
          </a:p>
          <a:p>
            <a:pPr marL="0" lvl="0" indent="0" algn="ctr" rtl="0">
              <a:lnSpc>
                <a:spcPct val="80000"/>
              </a:lnSpc>
              <a:spcBef>
                <a:spcPts val="800"/>
              </a:spcBef>
              <a:spcAft>
                <a:spcPts val="0"/>
              </a:spcAft>
              <a:buSzPts val="1018"/>
              <a:buNone/>
            </a:pPr>
            <a:r>
              <a:rPr lang="ru" b="1">
                <a:solidFill>
                  <a:srgbClr val="0000FF"/>
                </a:solidFill>
              </a:rPr>
              <a:t>ABY</a:t>
            </a:r>
            <a:endParaRPr>
              <a:solidFill>
                <a:srgbClr val="000000"/>
              </a:solidFill>
            </a:endParaRPr>
          </a:p>
          <a:p>
            <a:pPr marL="0" lvl="0" indent="0" algn="l" rtl="0">
              <a:lnSpc>
                <a:spcPct val="80000"/>
              </a:lnSpc>
              <a:spcBef>
                <a:spcPts val="800"/>
              </a:spcBef>
              <a:spcAft>
                <a:spcPts val="0"/>
              </a:spcAft>
              <a:buSzPts val="1018"/>
              <a:buNone/>
            </a:pPr>
            <a:endParaRPr/>
          </a:p>
        </p:txBody>
      </p:sp>
      <p:sp>
        <p:nvSpPr>
          <p:cNvPr id="374" name="Google Shape;374;p48"/>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9"/>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Непосредственная</a:t>
            </a:r>
            <a:endParaRPr sz="2650" b="1"/>
          </a:p>
        </p:txBody>
      </p:sp>
      <p:sp>
        <p:nvSpPr>
          <p:cNvPr id="380" name="Google Shape;380;p49"/>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В случае использования </a:t>
            </a:r>
            <a:r>
              <a:rPr lang="ru" b="1"/>
              <a:t>непосредственной</a:t>
            </a:r>
            <a:r>
              <a:rPr lang="ru"/>
              <a:t> адресации операнд (или один из</a:t>
            </a:r>
            <a:endParaRPr/>
          </a:p>
          <a:p>
            <a:pPr marL="0" lvl="0" indent="0" algn="l" rtl="0">
              <a:spcBef>
                <a:spcPts val="800"/>
              </a:spcBef>
              <a:spcAft>
                <a:spcPts val="0"/>
              </a:spcAft>
              <a:buNone/>
            </a:pPr>
            <a:r>
              <a:rPr lang="ru"/>
              <a:t>операндов) включен непосредственно в код команды. Длина таких команд может</a:t>
            </a:r>
            <a:endParaRPr/>
          </a:p>
          <a:p>
            <a:pPr marL="0" lvl="0" indent="0" algn="l" rtl="0">
              <a:spcBef>
                <a:spcPts val="800"/>
              </a:spcBef>
              <a:spcAft>
                <a:spcPts val="0"/>
              </a:spcAft>
              <a:buNone/>
            </a:pPr>
            <a:r>
              <a:rPr lang="ru"/>
              <a:t>составлять от 2 до 4 байтов. При записи команд, использующих</a:t>
            </a:r>
            <a:endParaRPr/>
          </a:p>
          <a:p>
            <a:pPr marL="0" lvl="0" indent="0" algn="l" rtl="0">
              <a:spcBef>
                <a:spcPts val="800"/>
              </a:spcBef>
              <a:spcAft>
                <a:spcPts val="0"/>
              </a:spcAft>
              <a:buNone/>
            </a:pPr>
            <a:r>
              <a:rPr lang="ru"/>
              <a:t>непосредственную адресацию, операнд предваряется символом «решетка» ('#').</a:t>
            </a:r>
            <a:endParaRPr/>
          </a:p>
          <a:p>
            <a:pPr marL="0" lvl="0" indent="0" algn="l" rtl="0">
              <a:spcBef>
                <a:spcPts val="800"/>
              </a:spcBef>
              <a:spcAft>
                <a:spcPts val="0"/>
              </a:spcAft>
              <a:buNone/>
            </a:pPr>
            <a:endParaRPr/>
          </a:p>
          <a:p>
            <a:pPr marL="0" lvl="0" indent="0" algn="ctr" rtl="0">
              <a:spcBef>
                <a:spcPts val="800"/>
              </a:spcBef>
              <a:spcAft>
                <a:spcPts val="0"/>
              </a:spcAft>
              <a:buNone/>
            </a:pPr>
            <a:r>
              <a:rPr lang="ru" b="1">
                <a:solidFill>
                  <a:srgbClr val="0000FF"/>
                </a:solidFill>
              </a:rPr>
              <a:t>LDAA #3</a:t>
            </a:r>
            <a:endParaRPr b="1">
              <a:solidFill>
                <a:srgbClr val="0000FF"/>
              </a:solidFill>
            </a:endParaRPr>
          </a:p>
          <a:p>
            <a:pPr marL="0" lvl="0" indent="0" algn="ctr" rtl="0">
              <a:spcBef>
                <a:spcPts val="800"/>
              </a:spcBef>
              <a:spcAft>
                <a:spcPts val="0"/>
              </a:spcAft>
              <a:buNone/>
            </a:pPr>
            <a:r>
              <a:rPr lang="ru" b="1">
                <a:solidFill>
                  <a:srgbClr val="0000FF"/>
                </a:solidFill>
              </a:rPr>
              <a:t>LDX #32768</a:t>
            </a:r>
            <a:endParaRPr b="1">
              <a:solidFill>
                <a:srgbClr val="0000FF"/>
              </a:solidFill>
            </a:endParaRPr>
          </a:p>
          <a:p>
            <a:pPr marL="0" lvl="0" indent="0" algn="ctr" rtl="0">
              <a:spcBef>
                <a:spcPts val="800"/>
              </a:spcBef>
              <a:spcAft>
                <a:spcPts val="0"/>
              </a:spcAft>
              <a:buNone/>
            </a:pPr>
            <a:r>
              <a:rPr lang="ru" b="1">
                <a:solidFill>
                  <a:srgbClr val="0000FF"/>
                </a:solidFill>
              </a:rPr>
              <a:t>CPY #$5678</a:t>
            </a:r>
            <a:endParaRPr b="1">
              <a:solidFill>
                <a:srgbClr val="0000FF"/>
              </a:solidFill>
            </a:endParaRPr>
          </a:p>
        </p:txBody>
      </p:sp>
      <p:sp>
        <p:nvSpPr>
          <p:cNvPr id="381" name="Google Shape;381;p49"/>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0"/>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Прямая адресация</a:t>
            </a:r>
            <a:endParaRPr sz="2650" b="1"/>
          </a:p>
        </p:txBody>
      </p:sp>
      <p:sp>
        <p:nvSpPr>
          <p:cNvPr id="387" name="Google Shape;387;p50"/>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b="1"/>
              <a:t>Прямая</a:t>
            </a:r>
            <a:r>
              <a:rPr lang="ru"/>
              <a:t> адресация используется для доступа к данным, расположенным в</a:t>
            </a:r>
            <a:endParaRPr/>
          </a:p>
          <a:p>
            <a:pPr marL="0" lvl="0" indent="0" algn="l" rtl="0">
              <a:spcBef>
                <a:spcPts val="800"/>
              </a:spcBef>
              <a:spcAft>
                <a:spcPts val="0"/>
              </a:spcAft>
              <a:buNone/>
            </a:pPr>
            <a:r>
              <a:rPr lang="ru"/>
              <a:t>первых 256 байтах памяти. При этом младший байт адреса операнда расположен</a:t>
            </a:r>
            <a:endParaRPr/>
          </a:p>
          <a:p>
            <a:pPr marL="0" lvl="0" indent="0" algn="l" rtl="0">
              <a:spcBef>
                <a:spcPts val="800"/>
              </a:spcBef>
              <a:spcAft>
                <a:spcPts val="0"/>
              </a:spcAft>
              <a:buNone/>
            </a:pPr>
            <a:r>
              <a:rPr lang="ru"/>
              <a:t>непосредственно за кодом команды. Применение этой группы команд позволяет</a:t>
            </a:r>
            <a:endParaRPr/>
          </a:p>
          <a:p>
            <a:pPr marL="0" lvl="0" indent="0" algn="l" rtl="0">
              <a:spcBef>
                <a:spcPts val="800"/>
              </a:spcBef>
              <a:spcAft>
                <a:spcPts val="0"/>
              </a:spcAft>
              <a:buNone/>
            </a:pPr>
            <a:r>
              <a:rPr lang="ru"/>
              <a:t>сократить объем программы, а также время выполнения на выборке операнда из</a:t>
            </a:r>
            <a:endParaRPr/>
          </a:p>
          <a:p>
            <a:pPr marL="0" lvl="0" indent="0" algn="l" rtl="0">
              <a:spcBef>
                <a:spcPts val="800"/>
              </a:spcBef>
              <a:spcAft>
                <a:spcPts val="0"/>
              </a:spcAft>
              <a:buNone/>
            </a:pPr>
            <a:r>
              <a:rPr lang="ru"/>
              <a:t>памяти.</a:t>
            </a:r>
            <a:endParaRPr/>
          </a:p>
          <a:p>
            <a:pPr marL="0" lvl="0" indent="0" algn="l" rtl="0">
              <a:spcBef>
                <a:spcPts val="800"/>
              </a:spcBef>
              <a:spcAft>
                <a:spcPts val="0"/>
              </a:spcAft>
              <a:buNone/>
            </a:pPr>
            <a:endParaRPr/>
          </a:p>
          <a:p>
            <a:pPr marL="0" lvl="0" indent="0" algn="ctr" rtl="0">
              <a:lnSpc>
                <a:spcPct val="115000"/>
              </a:lnSpc>
              <a:spcBef>
                <a:spcPts val="800"/>
              </a:spcBef>
              <a:spcAft>
                <a:spcPts val="0"/>
              </a:spcAft>
              <a:buNone/>
            </a:pPr>
            <a:r>
              <a:rPr lang="ru" b="1">
                <a:solidFill>
                  <a:srgbClr val="0000FF"/>
                </a:solidFill>
              </a:rPr>
              <a:t>LDAA</a:t>
            </a:r>
            <a:br>
              <a:rPr lang="ru" b="1">
                <a:solidFill>
                  <a:srgbClr val="0000FF"/>
                </a:solidFill>
              </a:rPr>
            </a:br>
            <a:r>
              <a:rPr lang="ru" b="1">
                <a:solidFill>
                  <a:srgbClr val="0000FF"/>
                </a:solidFill>
              </a:rPr>
              <a:t>GRAB $FF</a:t>
            </a:r>
            <a:endParaRPr b="1">
              <a:solidFill>
                <a:srgbClr val="0000FF"/>
              </a:solidFill>
            </a:endParaRPr>
          </a:p>
          <a:p>
            <a:pPr marL="0" lvl="0" indent="0" algn="l" rtl="0">
              <a:spcBef>
                <a:spcPts val="800"/>
              </a:spcBef>
              <a:spcAft>
                <a:spcPts val="0"/>
              </a:spcAft>
              <a:buNone/>
            </a:pPr>
            <a:endParaRPr/>
          </a:p>
        </p:txBody>
      </p:sp>
      <p:sp>
        <p:nvSpPr>
          <p:cNvPr id="388" name="Google Shape;388;p50"/>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1"/>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solidFill>
                  <a:schemeClr val="lt1"/>
                </a:solidFill>
              </a:rPr>
              <a:t>Расширенная адресация </a:t>
            </a:r>
            <a:endParaRPr sz="2650" b="1">
              <a:solidFill>
                <a:schemeClr val="lt1"/>
              </a:solidFill>
            </a:endParaRPr>
          </a:p>
          <a:p>
            <a:pPr marL="0" lvl="0" indent="0" algn="l" rtl="0">
              <a:spcBef>
                <a:spcPts val="0"/>
              </a:spcBef>
              <a:spcAft>
                <a:spcPts val="0"/>
              </a:spcAft>
              <a:buNone/>
            </a:pPr>
            <a:endParaRPr/>
          </a:p>
        </p:txBody>
      </p:sp>
      <p:sp>
        <p:nvSpPr>
          <p:cNvPr id="394" name="Google Shape;394;p51"/>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Использование </a:t>
            </a:r>
            <a:r>
              <a:rPr lang="ru" b="1"/>
              <a:t>расширенной</a:t>
            </a:r>
            <a:r>
              <a:rPr lang="ru"/>
              <a:t> адресации позволяет осуществить доступ к</a:t>
            </a:r>
            <a:endParaRPr/>
          </a:p>
          <a:p>
            <a:pPr marL="0" lvl="0" indent="0" algn="l" rtl="0">
              <a:spcBef>
                <a:spcPts val="800"/>
              </a:spcBef>
              <a:spcAft>
                <a:spcPts val="0"/>
              </a:spcAft>
              <a:buNone/>
            </a:pPr>
            <a:r>
              <a:rPr lang="ru"/>
              <a:t>любой ячейке памяти в пределах адресного пространства контроллера. При этом</a:t>
            </a:r>
            <a:endParaRPr/>
          </a:p>
          <a:p>
            <a:pPr marL="0" lvl="0" indent="0" algn="l" rtl="0">
              <a:spcBef>
                <a:spcPts val="800"/>
              </a:spcBef>
              <a:spcAft>
                <a:spcPts val="0"/>
              </a:spcAft>
              <a:buNone/>
            </a:pPr>
            <a:r>
              <a:rPr lang="ru"/>
              <a:t>2 байта, следующие непосредственно за кодом команды, представляют собой</a:t>
            </a:r>
            <a:endParaRPr/>
          </a:p>
          <a:p>
            <a:pPr marL="0" lvl="0" indent="0" algn="l" rtl="0">
              <a:spcBef>
                <a:spcPts val="800"/>
              </a:spcBef>
              <a:spcAft>
                <a:spcPts val="0"/>
              </a:spcAft>
              <a:buNone/>
            </a:pPr>
            <a:r>
              <a:rPr lang="ru"/>
              <a:t>абсолютный адрес операнда.</a:t>
            </a:r>
            <a:endParaRPr/>
          </a:p>
          <a:p>
            <a:pPr marL="0" lvl="0" indent="0" algn="l" rtl="0">
              <a:spcBef>
                <a:spcPts val="800"/>
              </a:spcBef>
              <a:spcAft>
                <a:spcPts val="0"/>
              </a:spcAft>
              <a:buNone/>
            </a:pPr>
            <a:endParaRPr/>
          </a:p>
          <a:p>
            <a:pPr marL="0" lvl="0" indent="0" algn="ctr" rtl="0">
              <a:spcBef>
                <a:spcPts val="800"/>
              </a:spcBef>
              <a:spcAft>
                <a:spcPts val="0"/>
              </a:spcAft>
              <a:buNone/>
            </a:pPr>
            <a:r>
              <a:rPr lang="ru" b="1">
                <a:solidFill>
                  <a:srgbClr val="0000FF"/>
                </a:solidFill>
              </a:rPr>
              <a:t>LDAA $4000</a:t>
            </a:r>
            <a:endParaRPr b="1">
              <a:solidFill>
                <a:srgbClr val="0000FF"/>
              </a:solidFill>
            </a:endParaRPr>
          </a:p>
          <a:p>
            <a:pPr marL="0" lvl="0" indent="0" algn="ctr" rtl="0">
              <a:spcBef>
                <a:spcPts val="800"/>
              </a:spcBef>
              <a:spcAft>
                <a:spcPts val="0"/>
              </a:spcAft>
              <a:buNone/>
            </a:pPr>
            <a:r>
              <a:rPr lang="ru" b="1">
                <a:solidFill>
                  <a:srgbClr val="0000FF"/>
                </a:solidFill>
              </a:rPr>
              <a:t>JMP $7812</a:t>
            </a:r>
            <a:endParaRPr b="1">
              <a:solidFill>
                <a:srgbClr val="0000FF"/>
              </a:solidFill>
            </a:endParaRPr>
          </a:p>
        </p:txBody>
      </p:sp>
      <p:sp>
        <p:nvSpPr>
          <p:cNvPr id="395" name="Google Shape;395;p51"/>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2"/>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solidFill>
                  <a:schemeClr val="lt1"/>
                </a:solidFill>
              </a:rPr>
              <a:t>Индексная адресация </a:t>
            </a:r>
            <a:endParaRPr sz="2650" b="1">
              <a:solidFill>
                <a:schemeClr val="lt1"/>
              </a:solidFill>
            </a:endParaRPr>
          </a:p>
          <a:p>
            <a:pPr marL="0" lvl="0" indent="0" algn="l" rtl="0">
              <a:spcBef>
                <a:spcPts val="0"/>
              </a:spcBef>
              <a:spcAft>
                <a:spcPts val="0"/>
              </a:spcAft>
              <a:buNone/>
            </a:pPr>
            <a:endParaRPr/>
          </a:p>
        </p:txBody>
      </p:sp>
      <p:sp>
        <p:nvSpPr>
          <p:cNvPr id="401" name="Google Shape;401;p52"/>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Для доступа к массивам данных удобно использовать </a:t>
            </a:r>
            <a:r>
              <a:rPr lang="ru" b="1"/>
              <a:t>индексную</a:t>
            </a:r>
            <a:r>
              <a:rPr lang="ru"/>
              <a:t> адресацию. В</a:t>
            </a:r>
            <a:endParaRPr/>
          </a:p>
          <a:p>
            <a:pPr marL="0" lvl="0" indent="0" algn="l" rtl="0">
              <a:spcBef>
                <a:spcPts val="800"/>
              </a:spcBef>
              <a:spcAft>
                <a:spcPts val="0"/>
              </a:spcAft>
              <a:buNone/>
            </a:pPr>
            <a:r>
              <a:rPr lang="ru"/>
              <a:t>микроконтроллерах семейства МC68НС11 используется так называемая индексная</a:t>
            </a:r>
            <a:endParaRPr/>
          </a:p>
          <a:p>
            <a:pPr marL="0" lvl="0" indent="0" algn="l" rtl="0">
              <a:spcBef>
                <a:spcPts val="800"/>
              </a:spcBef>
              <a:spcAft>
                <a:spcPts val="0"/>
              </a:spcAft>
              <a:buNone/>
            </a:pPr>
            <a:r>
              <a:rPr lang="ru"/>
              <a:t>адресация с 8-разрядным смещением. При этом в индексный регистр X или Y</a:t>
            </a:r>
            <a:endParaRPr/>
          </a:p>
          <a:p>
            <a:pPr marL="0" lvl="0" indent="0" algn="l" rtl="0">
              <a:spcBef>
                <a:spcPts val="800"/>
              </a:spcBef>
              <a:spcAft>
                <a:spcPts val="0"/>
              </a:spcAft>
              <a:buNone/>
            </a:pPr>
            <a:r>
              <a:rPr lang="ru"/>
              <a:t>заносится 16-разрядный адрес, а следующий за кодом команды байт содержит 8-</a:t>
            </a:r>
            <a:endParaRPr/>
          </a:p>
          <a:p>
            <a:pPr marL="0" lvl="0" indent="0" algn="l" rtl="0">
              <a:spcBef>
                <a:spcPts val="800"/>
              </a:spcBef>
              <a:spcAft>
                <a:spcPts val="0"/>
              </a:spcAft>
              <a:buNone/>
            </a:pPr>
            <a:r>
              <a:rPr lang="ru"/>
              <a:t>разрядное смещение. Абсолютный адрес при этом вычисляется простым</a:t>
            </a:r>
            <a:endParaRPr/>
          </a:p>
          <a:p>
            <a:pPr marL="0" lvl="0" indent="0" algn="l" rtl="0">
              <a:spcBef>
                <a:spcPts val="800"/>
              </a:spcBef>
              <a:spcAft>
                <a:spcPts val="0"/>
              </a:spcAft>
              <a:buNone/>
            </a:pPr>
            <a:r>
              <a:rPr lang="ru"/>
              <a:t>суммированием содержимого индексного регистра с байтом смещения.</a:t>
            </a:r>
            <a:endParaRPr/>
          </a:p>
          <a:p>
            <a:pPr marL="0" lvl="0" indent="0" algn="l" rtl="0">
              <a:spcBef>
                <a:spcPts val="800"/>
              </a:spcBef>
              <a:spcAft>
                <a:spcPts val="0"/>
              </a:spcAft>
              <a:buNone/>
            </a:pPr>
            <a:endParaRPr/>
          </a:p>
          <a:p>
            <a:pPr marL="0" lvl="0" indent="0" algn="ctr" rtl="0">
              <a:spcBef>
                <a:spcPts val="800"/>
              </a:spcBef>
              <a:spcAft>
                <a:spcPts val="0"/>
              </a:spcAft>
              <a:buNone/>
            </a:pPr>
            <a:r>
              <a:rPr lang="ru" b="1">
                <a:solidFill>
                  <a:srgbClr val="0000FF"/>
                </a:solidFill>
              </a:rPr>
              <a:t>LDAA $07,X</a:t>
            </a:r>
            <a:endParaRPr b="1">
              <a:solidFill>
                <a:srgbClr val="0000FF"/>
              </a:solidFill>
            </a:endParaRPr>
          </a:p>
          <a:p>
            <a:pPr marL="0" lvl="0" indent="0" algn="ctr" rtl="0">
              <a:spcBef>
                <a:spcPts val="800"/>
              </a:spcBef>
              <a:spcAft>
                <a:spcPts val="0"/>
              </a:spcAft>
              <a:buNone/>
            </a:pPr>
            <a:r>
              <a:rPr lang="ru" b="1">
                <a:solidFill>
                  <a:srgbClr val="0000FF"/>
                </a:solidFill>
              </a:rPr>
              <a:t>JSR 0,Y</a:t>
            </a:r>
            <a:endParaRPr b="1">
              <a:solidFill>
                <a:srgbClr val="0000FF"/>
              </a:solidFill>
            </a:endParaRPr>
          </a:p>
        </p:txBody>
      </p:sp>
      <p:sp>
        <p:nvSpPr>
          <p:cNvPr id="402" name="Google Shape;402;p52"/>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3"/>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solidFill>
                  <a:schemeClr val="lt1"/>
                </a:solidFill>
              </a:rPr>
              <a:t>Относительная адресация </a:t>
            </a:r>
            <a:endParaRPr sz="2650" b="1">
              <a:solidFill>
                <a:schemeClr val="lt1"/>
              </a:solidFill>
            </a:endParaRPr>
          </a:p>
          <a:p>
            <a:pPr marL="0" lvl="0" indent="0" algn="l" rtl="0">
              <a:spcBef>
                <a:spcPts val="0"/>
              </a:spcBef>
              <a:spcAft>
                <a:spcPts val="0"/>
              </a:spcAft>
              <a:buNone/>
            </a:pPr>
            <a:r>
              <a:rPr lang="ru"/>
              <a:t> </a:t>
            </a:r>
            <a:endParaRPr/>
          </a:p>
        </p:txBody>
      </p:sp>
      <p:sp>
        <p:nvSpPr>
          <p:cNvPr id="408" name="Google Shape;408;p53"/>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fontScale="92500" lnSpcReduction="20000"/>
          </a:bodyPr>
          <a:lstStyle/>
          <a:p>
            <a:pPr marL="0" lvl="0" indent="0" algn="l" rtl="0">
              <a:lnSpc>
                <a:spcPct val="115000"/>
              </a:lnSpc>
              <a:spcBef>
                <a:spcPts val="800"/>
              </a:spcBef>
              <a:spcAft>
                <a:spcPts val="0"/>
              </a:spcAft>
              <a:buNone/>
            </a:pPr>
            <a:r>
              <a:rPr lang="ru" sz="1600" b="1"/>
              <a:t>Относительная</a:t>
            </a:r>
            <a:r>
              <a:rPr lang="ru" sz="1600"/>
              <a:t> адресация используется в командах передачи управления. При этом абсолютный адрес перехода вычисляется путем сложения содержимого программного счетчика со смещением, представляющим собой 8-разрядное знаковое число. Таким образом, используя относительную адресацию можно осуществить переход на адрес, лежащий в пределах от –128 до +127,относительно адреса следующего за командой перехода.</a:t>
            </a:r>
            <a:endParaRPr sz="1600"/>
          </a:p>
          <a:p>
            <a:pPr marL="0" lvl="0" indent="0" algn="l" rtl="0">
              <a:lnSpc>
                <a:spcPct val="115000"/>
              </a:lnSpc>
              <a:spcBef>
                <a:spcPts val="800"/>
              </a:spcBef>
              <a:spcAft>
                <a:spcPts val="0"/>
              </a:spcAft>
              <a:buNone/>
            </a:pPr>
            <a:endParaRPr/>
          </a:p>
          <a:p>
            <a:pPr marL="0" lvl="0" indent="0" algn="ctr" rtl="0">
              <a:lnSpc>
                <a:spcPct val="115000"/>
              </a:lnSpc>
              <a:spcBef>
                <a:spcPts val="800"/>
              </a:spcBef>
              <a:spcAft>
                <a:spcPts val="0"/>
              </a:spcAft>
              <a:buNone/>
            </a:pPr>
            <a:r>
              <a:rPr lang="ru" sz="1600" b="1">
                <a:solidFill>
                  <a:srgbClr val="0000FF"/>
                </a:solidFill>
              </a:rPr>
              <a:t>BSR *+$2</a:t>
            </a:r>
            <a:endParaRPr sz="1600" b="1">
              <a:solidFill>
                <a:srgbClr val="0000FF"/>
              </a:solidFill>
            </a:endParaRPr>
          </a:p>
          <a:p>
            <a:pPr marL="0" lvl="0" indent="0" algn="ctr" rtl="0">
              <a:lnSpc>
                <a:spcPct val="115000"/>
              </a:lnSpc>
              <a:spcBef>
                <a:spcPts val="800"/>
              </a:spcBef>
              <a:spcAft>
                <a:spcPts val="0"/>
              </a:spcAft>
              <a:buNone/>
            </a:pPr>
            <a:r>
              <a:rPr lang="ru" sz="1600" b="1">
                <a:solidFill>
                  <a:srgbClr val="0000FF"/>
                </a:solidFill>
              </a:rPr>
              <a:t>ВСС *-125</a:t>
            </a:r>
            <a:endParaRPr sz="1600" b="1">
              <a:solidFill>
                <a:srgbClr val="0000FF"/>
              </a:solidFill>
            </a:endParaRPr>
          </a:p>
          <a:p>
            <a:pPr marL="0" lvl="0" indent="0" algn="l" rtl="0">
              <a:lnSpc>
                <a:spcPct val="115000"/>
              </a:lnSpc>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p:txBody>
      </p:sp>
      <p:sp>
        <p:nvSpPr>
          <p:cNvPr id="409" name="Google Shape;409;p53"/>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4"/>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Команды пересылки данных </a:t>
            </a:r>
            <a:endParaRPr sz="2650" b="1"/>
          </a:p>
        </p:txBody>
      </p:sp>
      <p:sp>
        <p:nvSpPr>
          <p:cNvPr id="415" name="Google Shape;415;p54"/>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Простейшими командами являются команды пересылки данных.</a:t>
            </a:r>
            <a:endParaRPr/>
          </a:p>
        </p:txBody>
      </p:sp>
      <p:pic>
        <p:nvPicPr>
          <p:cNvPr id="416" name="Google Shape;416;p54"/>
          <p:cNvPicPr preferRelativeResize="0"/>
          <p:nvPr/>
        </p:nvPicPr>
        <p:blipFill>
          <a:blip r:embed="rId3">
            <a:alphaModFix/>
          </a:blip>
          <a:stretch>
            <a:fillRect/>
          </a:stretch>
        </p:blipFill>
        <p:spPr>
          <a:xfrm>
            <a:off x="273038" y="1635225"/>
            <a:ext cx="8597924" cy="2593300"/>
          </a:xfrm>
          <a:prstGeom prst="rect">
            <a:avLst/>
          </a:prstGeom>
          <a:noFill/>
          <a:ln>
            <a:noFill/>
          </a:ln>
        </p:spPr>
      </p:pic>
      <p:sp>
        <p:nvSpPr>
          <p:cNvPr id="417" name="Google Shape;417;p54"/>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5"/>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Команды загрузки в регистр содержимого ячейки памяти</a:t>
            </a:r>
            <a:endParaRPr sz="2650" b="1"/>
          </a:p>
        </p:txBody>
      </p:sp>
      <p:sp>
        <p:nvSpPr>
          <p:cNvPr id="423" name="Google Shape;423;p55"/>
          <p:cNvSpPr txBox="1">
            <a:spLocks noGrp="1"/>
          </p:cNvSpPr>
          <p:nvPr>
            <p:ph type="body" idx="1"/>
          </p:nvPr>
        </p:nvSpPr>
        <p:spPr>
          <a:xfrm>
            <a:off x="311700" y="1659200"/>
            <a:ext cx="8520600" cy="29097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b="1">
                <a:solidFill>
                  <a:srgbClr val="0000FF"/>
                </a:solidFill>
              </a:rPr>
              <a:t> org $8000</a:t>
            </a:r>
            <a:endParaRPr b="1">
              <a:solidFill>
                <a:srgbClr val="0000FF"/>
              </a:solidFill>
            </a:endParaRPr>
          </a:p>
          <a:p>
            <a:pPr marL="0" lvl="0" indent="0" algn="l" rtl="0">
              <a:spcBef>
                <a:spcPts val="800"/>
              </a:spcBef>
              <a:spcAft>
                <a:spcPts val="0"/>
              </a:spcAft>
              <a:buNone/>
            </a:pPr>
            <a:r>
              <a:rPr lang="ru" b="1">
                <a:solidFill>
                  <a:srgbClr val="0000FF"/>
                </a:solidFill>
              </a:rPr>
              <a:t> LDAB</a:t>
            </a:r>
            <a:r>
              <a:rPr lang="ru"/>
              <a:t> </a:t>
            </a:r>
            <a:r>
              <a:rPr lang="ru" b="1">
                <a:solidFill>
                  <a:srgbClr val="0000FF"/>
                </a:solidFill>
              </a:rPr>
              <a:t>$56</a:t>
            </a:r>
            <a:r>
              <a:rPr lang="ru"/>
              <a:t> 	</a:t>
            </a:r>
            <a:r>
              <a:rPr lang="ru" b="1">
                <a:solidFill>
                  <a:srgbClr val="188038"/>
                </a:solidFill>
              </a:rPr>
              <a:t>; загрузить в регистр В содержимое ячейки $56,</a:t>
            </a:r>
            <a:endParaRPr b="1">
              <a:solidFill>
                <a:srgbClr val="188038"/>
              </a:solidFill>
            </a:endParaRPr>
          </a:p>
          <a:p>
            <a:pPr marL="914400" lvl="0" indent="457200" algn="l" rtl="0">
              <a:spcBef>
                <a:spcPts val="800"/>
              </a:spcBef>
              <a:spcAft>
                <a:spcPts val="0"/>
              </a:spcAft>
              <a:buNone/>
            </a:pPr>
            <a:r>
              <a:rPr lang="ru" b="1">
                <a:solidFill>
                  <a:srgbClr val="188038"/>
                </a:solidFill>
              </a:rPr>
              <a:t>; используя прямую адресацию</a:t>
            </a:r>
            <a:endParaRPr b="1">
              <a:solidFill>
                <a:srgbClr val="188038"/>
              </a:solidFill>
            </a:endParaRPr>
          </a:p>
          <a:p>
            <a:pPr marL="0" lvl="0" indent="0" algn="l" rtl="0">
              <a:spcBef>
                <a:spcPts val="800"/>
              </a:spcBef>
              <a:spcAft>
                <a:spcPts val="0"/>
              </a:spcAft>
              <a:buNone/>
            </a:pPr>
            <a:r>
              <a:rPr lang="ru" b="1">
                <a:solidFill>
                  <a:srgbClr val="0000FF"/>
                </a:solidFill>
              </a:rPr>
              <a:t> LDY $c800</a:t>
            </a:r>
            <a:r>
              <a:rPr lang="ru"/>
              <a:t> 	</a:t>
            </a:r>
            <a:r>
              <a:rPr lang="ru" b="1">
                <a:solidFill>
                  <a:srgbClr val="188038"/>
                </a:solidFill>
              </a:rPr>
              <a:t>; загрузить в регистр Y данные, расположенные по адресу</a:t>
            </a:r>
            <a:endParaRPr b="1">
              <a:solidFill>
                <a:srgbClr val="188038"/>
              </a:solidFill>
            </a:endParaRPr>
          </a:p>
          <a:p>
            <a:pPr marL="914400" lvl="0" indent="0" algn="l" rtl="0">
              <a:spcBef>
                <a:spcPts val="800"/>
              </a:spcBef>
              <a:spcAft>
                <a:spcPts val="0"/>
              </a:spcAft>
              <a:buNone/>
            </a:pPr>
            <a:r>
              <a:rPr lang="ru"/>
              <a:t> 	</a:t>
            </a:r>
            <a:r>
              <a:rPr lang="ru" b="1">
                <a:solidFill>
                  <a:srgbClr val="188038"/>
                </a:solidFill>
              </a:rPr>
              <a:t>; $с800 (предыдущую команду)</a:t>
            </a:r>
            <a:endParaRPr b="1">
              <a:solidFill>
                <a:srgbClr val="188038"/>
              </a:solidFill>
            </a:endParaRPr>
          </a:p>
          <a:p>
            <a:pPr marL="0" lvl="0" indent="0" algn="l" rtl="0">
              <a:spcBef>
                <a:spcPts val="800"/>
              </a:spcBef>
              <a:spcAft>
                <a:spcPts val="0"/>
              </a:spcAft>
              <a:buNone/>
            </a:pPr>
            <a:r>
              <a:rPr lang="ru" b="1">
                <a:solidFill>
                  <a:srgbClr val="0000FF"/>
                </a:solidFill>
              </a:rPr>
              <a:t> LDX</a:t>
            </a:r>
            <a:r>
              <a:rPr lang="ru"/>
              <a:t> </a:t>
            </a:r>
            <a:r>
              <a:rPr lang="ru" b="1">
                <a:solidFill>
                  <a:srgbClr val="0000FF"/>
                </a:solidFill>
              </a:rPr>
              <a:t>#$1f00</a:t>
            </a:r>
            <a:r>
              <a:rPr lang="ru"/>
              <a:t> 	</a:t>
            </a:r>
            <a:r>
              <a:rPr lang="ru" b="1">
                <a:solidFill>
                  <a:srgbClr val="188038"/>
                </a:solidFill>
              </a:rPr>
              <a:t>; установить регистр X</a:t>
            </a:r>
            <a:endParaRPr b="1">
              <a:solidFill>
                <a:srgbClr val="188038"/>
              </a:solidFill>
            </a:endParaRPr>
          </a:p>
          <a:p>
            <a:pPr marL="0" lvl="0" indent="0" algn="l" rtl="0">
              <a:spcBef>
                <a:spcPts val="800"/>
              </a:spcBef>
              <a:spcAft>
                <a:spcPts val="0"/>
              </a:spcAft>
              <a:buNone/>
            </a:pPr>
            <a:r>
              <a:rPr lang="ru" b="1">
                <a:solidFill>
                  <a:srgbClr val="0000FF"/>
                </a:solidFill>
              </a:rPr>
              <a:t> LDAA $03,х</a:t>
            </a:r>
            <a:r>
              <a:rPr lang="ru"/>
              <a:t> 	</a:t>
            </a:r>
            <a:r>
              <a:rPr lang="ru" b="1">
                <a:solidFill>
                  <a:srgbClr val="188038"/>
                </a:solidFill>
              </a:rPr>
              <a:t>; считать информацию</a:t>
            </a:r>
            <a:endParaRPr b="1">
              <a:solidFill>
                <a:srgbClr val="188038"/>
              </a:solidFill>
            </a:endParaRPr>
          </a:p>
          <a:p>
            <a:pPr marL="0" lvl="0" indent="0" algn="l" rtl="0">
              <a:spcBef>
                <a:spcPts val="800"/>
              </a:spcBef>
              <a:spcAft>
                <a:spcPts val="0"/>
              </a:spcAft>
              <a:buNone/>
            </a:pPr>
            <a:endParaRPr/>
          </a:p>
        </p:txBody>
      </p:sp>
      <p:sp>
        <p:nvSpPr>
          <p:cNvPr id="424" name="Google Shape;424;p55"/>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6"/>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TSTA, TSTB и TST</a:t>
            </a:r>
            <a:endParaRPr sz="2650" b="1"/>
          </a:p>
        </p:txBody>
      </p:sp>
      <p:sp>
        <p:nvSpPr>
          <p:cNvPr id="430" name="Google Shape;430;p56"/>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a:t>Команды </a:t>
            </a:r>
            <a:r>
              <a:rPr lang="ru" b="1"/>
              <a:t>TSTA</a:t>
            </a:r>
            <a:r>
              <a:rPr lang="ru"/>
              <a:t>, </a:t>
            </a:r>
            <a:r>
              <a:rPr lang="ru" b="1"/>
              <a:t>TSTB</a:t>
            </a:r>
            <a:r>
              <a:rPr lang="ru"/>
              <a:t> и </a:t>
            </a:r>
            <a:r>
              <a:rPr lang="ru" b="1"/>
              <a:t>TST</a:t>
            </a:r>
            <a:r>
              <a:rPr lang="ru"/>
              <a:t> служат для установки регистра статуса в соответствии с содержимым регистра </a:t>
            </a:r>
            <a:r>
              <a:rPr lang="ru" b="1"/>
              <a:t>А</a:t>
            </a:r>
            <a:r>
              <a:rPr lang="ru"/>
              <a:t>, </a:t>
            </a:r>
            <a:r>
              <a:rPr lang="ru" b="1"/>
              <a:t>В</a:t>
            </a:r>
            <a:r>
              <a:rPr lang="ru"/>
              <a:t> или ячейки памяти соответственно. Далее результат может быть использован в командах условного перехода.</a:t>
            </a:r>
            <a:endParaRPr/>
          </a:p>
          <a:p>
            <a:pPr marL="0" lvl="0" indent="0" algn="l" rtl="0">
              <a:spcBef>
                <a:spcPts val="800"/>
              </a:spcBef>
              <a:spcAft>
                <a:spcPts val="0"/>
              </a:spcAft>
              <a:buNone/>
            </a:pPr>
            <a:endParaRPr/>
          </a:p>
          <a:p>
            <a:pPr marL="0" lvl="0" indent="0" algn="ctr" rtl="0">
              <a:spcBef>
                <a:spcPts val="800"/>
              </a:spcBef>
              <a:spcAft>
                <a:spcPts val="0"/>
              </a:spcAft>
              <a:buNone/>
            </a:pPr>
            <a:r>
              <a:rPr lang="ru"/>
              <a:t> </a:t>
            </a:r>
            <a:r>
              <a:rPr lang="ru" b="1">
                <a:solidFill>
                  <a:srgbClr val="0000FF"/>
                </a:solidFill>
              </a:rPr>
              <a:t>LDAA $00</a:t>
            </a:r>
            <a:endParaRPr b="1">
              <a:solidFill>
                <a:srgbClr val="0000FF"/>
              </a:solidFill>
            </a:endParaRPr>
          </a:p>
          <a:p>
            <a:pPr marL="0" lvl="0" indent="0" algn="ctr" rtl="0">
              <a:spcBef>
                <a:spcPts val="800"/>
              </a:spcBef>
              <a:spcAft>
                <a:spcPts val="0"/>
              </a:spcAft>
              <a:buNone/>
            </a:pPr>
            <a:r>
              <a:rPr lang="ru" b="1">
                <a:solidFill>
                  <a:srgbClr val="0000FF"/>
                </a:solidFill>
              </a:rPr>
              <a:t> TSTA</a:t>
            </a:r>
            <a:endParaRPr b="1">
              <a:solidFill>
                <a:srgbClr val="0000FF"/>
              </a:solidFill>
            </a:endParaRPr>
          </a:p>
          <a:p>
            <a:pPr marL="0" lvl="0" indent="0" algn="l" rtl="0">
              <a:spcBef>
                <a:spcPts val="800"/>
              </a:spcBef>
              <a:spcAft>
                <a:spcPts val="0"/>
              </a:spcAft>
              <a:buNone/>
            </a:pPr>
            <a:endParaRPr/>
          </a:p>
          <a:p>
            <a:pPr marL="0" lvl="0" indent="0" algn="l" rtl="0">
              <a:spcBef>
                <a:spcPts val="800"/>
              </a:spcBef>
              <a:spcAft>
                <a:spcPts val="0"/>
              </a:spcAft>
              <a:buNone/>
            </a:pPr>
            <a:endParaRPr/>
          </a:p>
        </p:txBody>
      </p:sp>
      <p:sp>
        <p:nvSpPr>
          <p:cNvPr id="431" name="Google Shape;431;p56"/>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7"/>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CLRA, CLRB, CLR(opr)</a:t>
            </a:r>
            <a:endParaRPr sz="2650" b="1"/>
          </a:p>
        </p:txBody>
      </p:sp>
      <p:sp>
        <p:nvSpPr>
          <p:cNvPr id="437" name="Google Shape;437;p57"/>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ru" b="1">
                <a:solidFill>
                  <a:srgbClr val="0000FF"/>
                </a:solidFill>
              </a:rPr>
              <a:t> org $8000</a:t>
            </a:r>
            <a:endParaRPr b="1">
              <a:solidFill>
                <a:srgbClr val="0000FF"/>
              </a:solidFill>
            </a:endParaRPr>
          </a:p>
          <a:p>
            <a:pPr marL="0" lvl="0" indent="0" algn="l" rtl="0">
              <a:spcBef>
                <a:spcPts val="800"/>
              </a:spcBef>
              <a:spcAft>
                <a:spcPts val="0"/>
              </a:spcAft>
              <a:buNone/>
            </a:pPr>
            <a:r>
              <a:rPr lang="ru" b="1">
                <a:solidFill>
                  <a:srgbClr val="0000FF"/>
                </a:solidFill>
              </a:rPr>
              <a:t> CLRB		</a:t>
            </a:r>
            <a:r>
              <a:rPr lang="ru" b="1">
                <a:solidFill>
                  <a:srgbClr val="188038"/>
                </a:solidFill>
              </a:rPr>
              <a:t>;	очистить регистр В</a:t>
            </a:r>
            <a:endParaRPr b="1">
              <a:solidFill>
                <a:srgbClr val="188038"/>
              </a:solidFill>
            </a:endParaRPr>
          </a:p>
          <a:p>
            <a:pPr marL="0" lvl="0" indent="0" algn="l" rtl="0">
              <a:spcBef>
                <a:spcPts val="800"/>
              </a:spcBef>
              <a:spcAft>
                <a:spcPts val="0"/>
              </a:spcAft>
              <a:buNone/>
            </a:pPr>
            <a:r>
              <a:rPr lang="ru" b="1">
                <a:solidFill>
                  <a:srgbClr val="0000FF"/>
                </a:solidFill>
              </a:rPr>
              <a:t> LDX#$1f00</a:t>
            </a:r>
            <a:r>
              <a:rPr lang="ru" b="1"/>
              <a:t>	</a:t>
            </a:r>
            <a:r>
              <a:rPr lang="ru" b="1">
                <a:solidFill>
                  <a:srgbClr val="188038"/>
                </a:solidFill>
              </a:rPr>
              <a:t>;	установить регистр X</a:t>
            </a:r>
            <a:endParaRPr b="1">
              <a:solidFill>
                <a:srgbClr val="188038"/>
              </a:solidFill>
            </a:endParaRPr>
          </a:p>
          <a:p>
            <a:pPr marL="0" lvl="0" indent="0" algn="l" rtl="0">
              <a:spcBef>
                <a:spcPts val="800"/>
              </a:spcBef>
              <a:spcAft>
                <a:spcPts val="0"/>
              </a:spcAft>
              <a:buNone/>
            </a:pPr>
            <a:r>
              <a:rPr lang="ru" b="1">
                <a:solidFill>
                  <a:srgbClr val="0000FF"/>
                </a:solidFill>
              </a:rPr>
              <a:t> CLR $04,х</a:t>
            </a:r>
            <a:r>
              <a:rPr lang="ru" b="1"/>
              <a:t>	</a:t>
            </a:r>
            <a:r>
              <a:rPr lang="ru" b="1">
                <a:solidFill>
                  <a:srgbClr val="188038"/>
                </a:solidFill>
              </a:rPr>
              <a:t>;	очистить</a:t>
            </a:r>
            <a:endParaRPr b="1">
              <a:solidFill>
                <a:srgbClr val="188038"/>
              </a:solidFill>
            </a:endParaRPr>
          </a:p>
          <a:p>
            <a:pPr marL="0" lvl="0" indent="0" algn="l" rtl="0">
              <a:spcBef>
                <a:spcPts val="800"/>
              </a:spcBef>
              <a:spcAft>
                <a:spcPts val="0"/>
              </a:spcAft>
              <a:buNone/>
            </a:pPr>
            <a:endParaRPr b="1"/>
          </a:p>
        </p:txBody>
      </p:sp>
      <p:sp>
        <p:nvSpPr>
          <p:cNvPr id="438" name="Google Shape;438;p57"/>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8"/>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STAA, STAB, STD, STX, STY, STS </a:t>
            </a:r>
            <a:endParaRPr sz="2650" b="1"/>
          </a:p>
        </p:txBody>
      </p:sp>
      <p:sp>
        <p:nvSpPr>
          <p:cNvPr id="444" name="Google Shape;444;p58"/>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lnSpcReduction="20000"/>
          </a:bodyPr>
          <a:lstStyle/>
          <a:p>
            <a:pPr marL="0" lvl="0" indent="0" algn="l" rtl="0">
              <a:spcBef>
                <a:spcPts val="800"/>
              </a:spcBef>
              <a:spcAft>
                <a:spcPts val="0"/>
              </a:spcAft>
              <a:buNone/>
            </a:pPr>
            <a:r>
              <a:rPr lang="ru"/>
              <a:t>Команды модификации ячеек памяти.</a:t>
            </a:r>
            <a:br>
              <a:rPr lang="ru"/>
            </a:br>
            <a:endParaRPr/>
          </a:p>
          <a:p>
            <a:pPr marL="0" lvl="0" indent="0" algn="l" rtl="0">
              <a:spcBef>
                <a:spcPts val="800"/>
              </a:spcBef>
              <a:spcAft>
                <a:spcPts val="0"/>
              </a:spcAft>
              <a:buNone/>
            </a:pPr>
            <a:r>
              <a:rPr lang="ru"/>
              <a:t> </a:t>
            </a:r>
            <a:r>
              <a:rPr lang="ru" b="1">
                <a:solidFill>
                  <a:srgbClr val="0000FF"/>
                </a:solidFill>
              </a:rPr>
              <a:t>ORG $8000</a:t>
            </a:r>
            <a:endParaRPr b="1">
              <a:solidFill>
                <a:srgbClr val="0000FF"/>
              </a:solidFill>
            </a:endParaRPr>
          </a:p>
          <a:p>
            <a:pPr marL="0" lvl="0" indent="0" algn="l" rtl="0">
              <a:spcBef>
                <a:spcPts val="800"/>
              </a:spcBef>
              <a:spcAft>
                <a:spcPts val="0"/>
              </a:spcAft>
              <a:buNone/>
            </a:pPr>
            <a:r>
              <a:rPr lang="ru" b="1">
                <a:solidFill>
                  <a:srgbClr val="0000FF"/>
                </a:solidFill>
              </a:rPr>
              <a:t> LDD #$AA55	</a:t>
            </a:r>
            <a:r>
              <a:rPr lang="ru" b="1">
                <a:solidFill>
                  <a:srgbClr val="188038"/>
                </a:solidFill>
              </a:rPr>
              <a:t>; установить в регистре D значение $АА55</a:t>
            </a:r>
            <a:endParaRPr b="1">
              <a:solidFill>
                <a:srgbClr val="188038"/>
              </a:solidFill>
            </a:endParaRPr>
          </a:p>
          <a:p>
            <a:pPr marL="0" lvl="0" indent="0" algn="l" rtl="0">
              <a:spcBef>
                <a:spcPts val="800"/>
              </a:spcBef>
              <a:spcAft>
                <a:spcPts val="0"/>
              </a:spcAft>
              <a:buNone/>
            </a:pPr>
            <a:r>
              <a:rPr lang="ru" b="1">
                <a:solidFill>
                  <a:srgbClr val="0000FF"/>
                </a:solidFill>
              </a:rPr>
              <a:t> LDX #$1f00	</a:t>
            </a:r>
            <a:r>
              <a:rPr lang="ru" b="1">
                <a:solidFill>
                  <a:srgbClr val="188038"/>
                </a:solidFill>
              </a:rPr>
              <a:t>; установить регистр X</a:t>
            </a:r>
            <a:endParaRPr b="1">
              <a:solidFill>
                <a:srgbClr val="188038"/>
              </a:solidFill>
            </a:endParaRPr>
          </a:p>
          <a:p>
            <a:pPr marL="0" lvl="0" indent="0" algn="l" rtl="0">
              <a:spcBef>
                <a:spcPts val="800"/>
              </a:spcBef>
              <a:spcAft>
                <a:spcPts val="0"/>
              </a:spcAft>
              <a:buNone/>
            </a:pPr>
            <a:r>
              <a:rPr lang="ru" b="1">
                <a:solidFill>
                  <a:srgbClr val="0000FF"/>
                </a:solidFill>
              </a:rPr>
              <a:t> CLR $04,x	</a:t>
            </a:r>
            <a:r>
              <a:rPr lang="ru" b="1">
                <a:solidFill>
                  <a:srgbClr val="188038"/>
                </a:solidFill>
              </a:rPr>
              <a:t>; очистить</a:t>
            </a:r>
            <a:endParaRPr b="1">
              <a:solidFill>
                <a:srgbClr val="188038"/>
              </a:solidFill>
            </a:endParaRPr>
          </a:p>
          <a:p>
            <a:pPr marL="0" lvl="0" indent="0" algn="l" rtl="0">
              <a:spcBef>
                <a:spcPts val="800"/>
              </a:spcBef>
              <a:spcAft>
                <a:spcPts val="0"/>
              </a:spcAft>
              <a:buNone/>
            </a:pPr>
            <a:r>
              <a:rPr lang="ru" b="1">
                <a:solidFill>
                  <a:srgbClr val="0000FF"/>
                </a:solidFill>
              </a:rPr>
              <a:t> STAA $04,x	</a:t>
            </a:r>
            <a:r>
              <a:rPr lang="ru" b="1">
                <a:solidFill>
                  <a:srgbClr val="188038"/>
                </a:solidFill>
              </a:rPr>
              <a:t>; записать</a:t>
            </a:r>
            <a:endParaRPr b="1">
              <a:solidFill>
                <a:srgbClr val="188038"/>
              </a:solidFill>
            </a:endParaRPr>
          </a:p>
          <a:p>
            <a:pPr marL="0" lvl="0" indent="0" algn="l" rtl="0">
              <a:spcBef>
                <a:spcPts val="800"/>
              </a:spcBef>
              <a:spcAft>
                <a:spcPts val="0"/>
              </a:spcAft>
              <a:buNone/>
            </a:pPr>
            <a:r>
              <a:rPr lang="ru" b="1">
                <a:solidFill>
                  <a:srgbClr val="0000FF"/>
                </a:solidFill>
              </a:rPr>
              <a:t> STAB $04,x	</a:t>
            </a:r>
            <a:r>
              <a:rPr lang="ru" b="1">
                <a:solidFill>
                  <a:srgbClr val="188038"/>
                </a:solidFill>
              </a:rPr>
              <a:t>; записать</a:t>
            </a:r>
            <a:endParaRPr b="1">
              <a:solidFill>
                <a:srgbClr val="188038"/>
              </a:solidFill>
            </a:endParaRPr>
          </a:p>
          <a:p>
            <a:pPr marL="0" lvl="0" indent="0" algn="l" rtl="0">
              <a:spcBef>
                <a:spcPts val="800"/>
              </a:spcBef>
              <a:spcAft>
                <a:spcPts val="0"/>
              </a:spcAft>
              <a:buNone/>
            </a:pPr>
            <a:r>
              <a:rPr lang="ru" b="1">
                <a:solidFill>
                  <a:srgbClr val="0000FF"/>
                </a:solidFill>
              </a:rPr>
              <a:t> LDAA $03,x	</a:t>
            </a:r>
            <a:r>
              <a:rPr lang="ru" b="1">
                <a:solidFill>
                  <a:srgbClr val="188038"/>
                </a:solidFill>
              </a:rPr>
              <a:t>; считать информацию</a:t>
            </a:r>
            <a:endParaRPr b="1">
              <a:solidFill>
                <a:srgbClr val="188038"/>
              </a:solidFill>
            </a:endParaRPr>
          </a:p>
          <a:p>
            <a:pPr marL="0" lvl="0" indent="0" algn="l" rtl="0">
              <a:spcBef>
                <a:spcPts val="800"/>
              </a:spcBef>
              <a:spcAft>
                <a:spcPts val="0"/>
              </a:spcAft>
              <a:buNone/>
            </a:pPr>
            <a:r>
              <a:rPr lang="ru" b="1">
                <a:solidFill>
                  <a:srgbClr val="0000FF"/>
                </a:solidFill>
              </a:rPr>
              <a:t> STAA $04,x	</a:t>
            </a:r>
            <a:r>
              <a:rPr lang="ru" b="1">
                <a:solidFill>
                  <a:srgbClr val="188038"/>
                </a:solidFill>
              </a:rPr>
              <a:t>; записать</a:t>
            </a:r>
            <a:endParaRPr b="1">
              <a:solidFill>
                <a:srgbClr val="188038"/>
              </a:solidFill>
            </a:endParaRPr>
          </a:p>
          <a:p>
            <a:pPr marL="0" lvl="0" indent="0" algn="l" rtl="0">
              <a:spcBef>
                <a:spcPts val="800"/>
              </a:spcBef>
              <a:spcAft>
                <a:spcPts val="0"/>
              </a:spcAft>
              <a:buNone/>
            </a:pPr>
            <a:endParaRPr/>
          </a:p>
          <a:p>
            <a:pPr marL="0" lvl="0" indent="0" algn="l" rtl="0">
              <a:spcBef>
                <a:spcPts val="800"/>
              </a:spcBef>
              <a:spcAft>
                <a:spcPts val="0"/>
              </a:spcAft>
              <a:buNone/>
            </a:pPr>
            <a:endParaRPr/>
          </a:p>
        </p:txBody>
      </p:sp>
      <p:sp>
        <p:nvSpPr>
          <p:cNvPr id="445" name="Google Shape;445;p58"/>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9"/>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TAB, ТВА, TAP, ТРА</a:t>
            </a:r>
            <a:endParaRPr/>
          </a:p>
        </p:txBody>
      </p:sp>
      <p:sp>
        <p:nvSpPr>
          <p:cNvPr id="451" name="Google Shape;451;p59"/>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lnSpcReduction="20000"/>
          </a:bodyPr>
          <a:lstStyle/>
          <a:p>
            <a:pPr marL="0" lvl="0" indent="0" algn="l" rtl="0">
              <a:lnSpc>
                <a:spcPct val="115000"/>
              </a:lnSpc>
              <a:spcBef>
                <a:spcPts val="800"/>
              </a:spcBef>
              <a:spcAft>
                <a:spcPts val="0"/>
              </a:spcAft>
              <a:buNone/>
            </a:pPr>
            <a:r>
              <a:rPr lang="ru"/>
              <a:t>В результате выполнения команды </a:t>
            </a:r>
            <a:r>
              <a:rPr lang="ru" b="1"/>
              <a:t>TAB</a:t>
            </a:r>
            <a:r>
              <a:rPr lang="ru"/>
              <a:t> значение аккумулятора </a:t>
            </a:r>
            <a:r>
              <a:rPr lang="ru" b="1"/>
              <a:t>А</a:t>
            </a:r>
            <a:r>
              <a:rPr lang="ru"/>
              <a:t> будет присвоено аккумулятору В. Команда </a:t>
            </a:r>
            <a:r>
              <a:rPr lang="ru" b="1"/>
              <a:t>ТВА</a:t>
            </a:r>
            <a:r>
              <a:rPr lang="ru"/>
              <a:t> имеет противоположный эффект.</a:t>
            </a:r>
            <a:br>
              <a:rPr lang="ru"/>
            </a:br>
            <a:br>
              <a:rPr lang="ru"/>
            </a:br>
            <a:r>
              <a:rPr lang="ru"/>
              <a:t>Команда </a:t>
            </a:r>
            <a:r>
              <a:rPr lang="ru" b="1"/>
              <a:t>ТРА</a:t>
            </a:r>
            <a:r>
              <a:rPr lang="ru"/>
              <a:t> осуществляет перенос содержимого регистра </a:t>
            </a:r>
            <a:r>
              <a:rPr lang="ru" b="1"/>
              <a:t>CCR</a:t>
            </a:r>
            <a:r>
              <a:rPr lang="ru"/>
              <a:t> в аккумулятор </a:t>
            </a:r>
            <a:r>
              <a:rPr lang="ru" b="1"/>
              <a:t>А</a:t>
            </a:r>
            <a:r>
              <a:rPr lang="ru"/>
              <a:t>. Это удобно, если после выполнения какой-либо подпрограммы необходимо сохранить состояние регистра статуса. Команда </a:t>
            </a:r>
            <a:r>
              <a:rPr lang="ru" b="1"/>
              <a:t>ТАР</a:t>
            </a:r>
            <a:r>
              <a:rPr lang="ru"/>
              <a:t> осуществляет перенос значения регистра </a:t>
            </a:r>
            <a:r>
              <a:rPr lang="ru" b="1"/>
              <a:t>А</a:t>
            </a:r>
            <a:r>
              <a:rPr lang="ru"/>
              <a:t> в соответствующие биты регистра статуса </a:t>
            </a:r>
            <a:r>
              <a:rPr lang="ru" b="1"/>
              <a:t>CCR</a:t>
            </a:r>
            <a:r>
              <a:rPr lang="ru"/>
              <a:t>.</a:t>
            </a:r>
            <a:endParaRPr/>
          </a:p>
          <a:p>
            <a:pPr marL="0" lvl="0" indent="0" algn="l" rtl="0">
              <a:spcBef>
                <a:spcPts val="800"/>
              </a:spcBef>
              <a:spcAft>
                <a:spcPts val="0"/>
              </a:spcAft>
              <a:buNone/>
            </a:pPr>
            <a:endParaRPr/>
          </a:p>
          <a:p>
            <a:pPr marL="0" lvl="0" indent="0" algn="l" rtl="0">
              <a:spcBef>
                <a:spcPts val="800"/>
              </a:spcBef>
              <a:spcAft>
                <a:spcPts val="0"/>
              </a:spcAft>
              <a:buNone/>
            </a:pPr>
            <a:r>
              <a:rPr lang="ru" sz="1600" b="1">
                <a:solidFill>
                  <a:srgbClr val="0000FF"/>
                </a:solidFill>
              </a:rPr>
              <a:t> ORG $8000			</a:t>
            </a:r>
            <a:endParaRPr sz="1600" b="1">
              <a:solidFill>
                <a:srgbClr val="0000FF"/>
              </a:solidFill>
            </a:endParaRPr>
          </a:p>
          <a:p>
            <a:pPr marL="0" lvl="0" indent="0" algn="l" rtl="0">
              <a:spcBef>
                <a:spcPts val="800"/>
              </a:spcBef>
              <a:spcAft>
                <a:spcPts val="0"/>
              </a:spcAft>
              <a:buNone/>
            </a:pPr>
            <a:r>
              <a:rPr lang="ru" sz="1600" b="1">
                <a:solidFill>
                  <a:srgbClr val="0000FF"/>
                </a:solidFill>
              </a:rPr>
              <a:t> LDAA #4		</a:t>
            </a:r>
            <a:r>
              <a:rPr lang="ru" sz="1600" b="1">
                <a:solidFill>
                  <a:srgbClr val="188038"/>
                </a:solidFill>
              </a:rPr>
              <a:t>; загрузить в регистр A значение 4</a:t>
            </a:r>
            <a:endParaRPr sz="1600" b="1">
              <a:solidFill>
                <a:srgbClr val="188038"/>
              </a:solidFill>
            </a:endParaRPr>
          </a:p>
          <a:p>
            <a:pPr marL="0" lvl="0" indent="0" algn="l" rtl="0">
              <a:spcBef>
                <a:spcPts val="800"/>
              </a:spcBef>
              <a:spcAft>
                <a:spcPts val="0"/>
              </a:spcAft>
              <a:buNone/>
            </a:pPr>
            <a:r>
              <a:rPr lang="ru" sz="1600" b="1">
                <a:solidFill>
                  <a:srgbClr val="0000FF"/>
                </a:solidFill>
              </a:rPr>
              <a:t> TAB			</a:t>
            </a:r>
            <a:r>
              <a:rPr lang="ru" sz="1600" b="1">
                <a:solidFill>
                  <a:srgbClr val="188038"/>
                </a:solidFill>
              </a:rPr>
              <a:t>; загрузить в регистр B значение регистра A</a:t>
            </a:r>
            <a:endParaRPr sz="1600" b="1">
              <a:solidFill>
                <a:srgbClr val="188038"/>
              </a:solidFill>
            </a:endParaRPr>
          </a:p>
          <a:p>
            <a:pPr marL="0" lvl="0" indent="0" algn="l" rtl="0">
              <a:spcBef>
                <a:spcPts val="800"/>
              </a:spcBef>
              <a:spcAft>
                <a:spcPts val="0"/>
              </a:spcAft>
              <a:buNone/>
            </a:pPr>
            <a:r>
              <a:rPr lang="ru" sz="1600" b="1">
                <a:solidFill>
                  <a:srgbClr val="0000FF"/>
                </a:solidFill>
              </a:rPr>
              <a:t> TPA	</a:t>
            </a:r>
            <a:r>
              <a:rPr lang="ru" b="1">
                <a:solidFill>
                  <a:srgbClr val="0000FF"/>
                </a:solidFill>
              </a:rPr>
              <a:t>		</a:t>
            </a:r>
            <a:endParaRPr b="1">
              <a:solidFill>
                <a:srgbClr val="0000FF"/>
              </a:solidFill>
            </a:endParaRPr>
          </a:p>
          <a:p>
            <a:pPr marL="0" lvl="0" indent="0" algn="l" rtl="0">
              <a:spcBef>
                <a:spcPts val="800"/>
              </a:spcBef>
              <a:spcAft>
                <a:spcPts val="0"/>
              </a:spcAft>
              <a:buNone/>
            </a:pPr>
            <a:endParaRPr/>
          </a:p>
        </p:txBody>
      </p:sp>
      <p:sp>
        <p:nvSpPr>
          <p:cNvPr id="452" name="Google Shape;452;p59"/>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60"/>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XGDX, XGDY</a:t>
            </a:r>
            <a:endParaRPr sz="2650" b="1"/>
          </a:p>
        </p:txBody>
      </p:sp>
      <p:sp>
        <p:nvSpPr>
          <p:cNvPr id="458" name="Google Shape;458;p60"/>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0"/>
              </a:spcAft>
              <a:buNone/>
            </a:pPr>
            <a:r>
              <a:rPr lang="ru" b="1">
                <a:solidFill>
                  <a:srgbClr val="0000FF"/>
                </a:solidFill>
              </a:rPr>
              <a:t> org $8000</a:t>
            </a:r>
            <a:endParaRPr b="1">
              <a:solidFill>
                <a:srgbClr val="0000FF"/>
              </a:solidFill>
            </a:endParaRPr>
          </a:p>
          <a:p>
            <a:pPr marL="0" lvl="0" indent="0" algn="l" rtl="0">
              <a:lnSpc>
                <a:spcPct val="115000"/>
              </a:lnSpc>
              <a:spcBef>
                <a:spcPts val="0"/>
              </a:spcBef>
              <a:spcAft>
                <a:spcPts val="0"/>
              </a:spcAft>
              <a:buNone/>
            </a:pPr>
            <a:r>
              <a:rPr lang="ru" b="1">
                <a:solidFill>
                  <a:srgbClr val="0000FF"/>
                </a:solidFill>
              </a:rPr>
              <a:t> ldx #$220	</a:t>
            </a:r>
            <a:r>
              <a:rPr lang="ru" b="1">
                <a:solidFill>
                  <a:srgbClr val="188038"/>
                </a:solidFill>
              </a:rPr>
              <a:t>; занести в регистр X адрес $220</a:t>
            </a:r>
            <a:endParaRPr b="1">
              <a:solidFill>
                <a:srgbClr val="188038"/>
              </a:solidFill>
            </a:endParaRPr>
          </a:p>
          <a:p>
            <a:pPr marL="0" lvl="0" indent="0" algn="l" rtl="0">
              <a:lnSpc>
                <a:spcPct val="115000"/>
              </a:lnSpc>
              <a:spcBef>
                <a:spcPts val="0"/>
              </a:spcBef>
              <a:spcAft>
                <a:spcPts val="0"/>
              </a:spcAft>
              <a:buNone/>
            </a:pPr>
            <a:r>
              <a:rPr lang="ru" b="1">
                <a:solidFill>
                  <a:srgbClr val="0000FF"/>
                </a:solidFill>
              </a:rPr>
              <a:t> xgdx 		</a:t>
            </a:r>
            <a:r>
              <a:rPr lang="ru" b="1">
                <a:solidFill>
                  <a:srgbClr val="188038"/>
                </a:solidFill>
              </a:rPr>
              <a:t>; обмен содержимого регистров X и D</a:t>
            </a:r>
            <a:endParaRPr b="1">
              <a:solidFill>
                <a:srgbClr val="188038"/>
              </a:solidFill>
            </a:endParaRPr>
          </a:p>
          <a:p>
            <a:pPr marL="0" lvl="0" indent="0" algn="l" rtl="0">
              <a:lnSpc>
                <a:spcPct val="115000"/>
              </a:lnSpc>
              <a:spcBef>
                <a:spcPts val="0"/>
              </a:spcBef>
              <a:spcAft>
                <a:spcPts val="0"/>
              </a:spcAft>
              <a:buNone/>
            </a:pPr>
            <a:r>
              <a:rPr lang="ru" b="1">
                <a:solidFill>
                  <a:srgbClr val="0000FF"/>
                </a:solidFill>
              </a:rPr>
              <a:t> clrb 		</a:t>
            </a:r>
            <a:r>
              <a:rPr lang="ru" b="1">
                <a:solidFill>
                  <a:srgbClr val="188038"/>
                </a:solidFill>
              </a:rPr>
              <a:t>; очистить младший байт регистра D</a:t>
            </a:r>
            <a:endParaRPr b="1">
              <a:solidFill>
                <a:srgbClr val="188038"/>
              </a:solidFill>
            </a:endParaRPr>
          </a:p>
          <a:p>
            <a:pPr marL="0" lvl="0" indent="0" algn="l" rtl="0">
              <a:lnSpc>
                <a:spcPct val="115000"/>
              </a:lnSpc>
              <a:spcBef>
                <a:spcPts val="0"/>
              </a:spcBef>
              <a:spcAft>
                <a:spcPts val="0"/>
              </a:spcAft>
              <a:buNone/>
            </a:pPr>
            <a:r>
              <a:rPr lang="ru" b="1">
                <a:solidFill>
                  <a:srgbClr val="0000FF"/>
                </a:solidFill>
              </a:rPr>
              <a:t> xgdx		</a:t>
            </a:r>
            <a:r>
              <a:rPr lang="ru" b="1">
                <a:solidFill>
                  <a:srgbClr val="188038"/>
                </a:solidFill>
              </a:rPr>
              <a:t>; X = $200</a:t>
            </a:r>
            <a:endParaRPr b="1">
              <a:solidFill>
                <a:srgbClr val="188038"/>
              </a:solidFill>
            </a:endParaRPr>
          </a:p>
          <a:p>
            <a:pPr marL="0" lvl="0" indent="0" algn="l" rtl="0">
              <a:lnSpc>
                <a:spcPct val="115000"/>
              </a:lnSpc>
              <a:spcBef>
                <a:spcPts val="0"/>
              </a:spcBef>
              <a:spcAft>
                <a:spcPts val="0"/>
              </a:spcAft>
              <a:buNone/>
            </a:pPr>
            <a:r>
              <a:rPr lang="ru" b="1">
                <a:solidFill>
                  <a:srgbClr val="0000FF"/>
                </a:solidFill>
              </a:rPr>
              <a:t> txs 			</a:t>
            </a:r>
            <a:r>
              <a:rPr lang="ru" b="1">
                <a:solidFill>
                  <a:srgbClr val="188038"/>
                </a:solidFill>
              </a:rPr>
              <a:t>; SP = $1ff</a:t>
            </a:r>
            <a:endParaRPr b="1">
              <a:solidFill>
                <a:srgbClr val="188038"/>
              </a:solidFill>
            </a:endParaRPr>
          </a:p>
          <a:p>
            <a:pPr marL="0" lvl="0" indent="0" algn="l" rtl="0">
              <a:lnSpc>
                <a:spcPct val="115000"/>
              </a:lnSpc>
              <a:spcBef>
                <a:spcPts val="0"/>
              </a:spcBef>
              <a:spcAft>
                <a:spcPts val="0"/>
              </a:spcAft>
              <a:buNone/>
            </a:pPr>
            <a:r>
              <a:rPr lang="ru" b="1">
                <a:solidFill>
                  <a:srgbClr val="0000FF"/>
                </a:solidFill>
              </a:rPr>
              <a:t> tsy 			</a:t>
            </a:r>
            <a:r>
              <a:rPr lang="ru" b="1">
                <a:solidFill>
                  <a:srgbClr val="188038"/>
                </a:solidFill>
              </a:rPr>
              <a:t>; Y = $200</a:t>
            </a:r>
            <a:endParaRPr b="1">
              <a:solidFill>
                <a:srgbClr val="188038"/>
              </a:solidFill>
            </a:endParaRPr>
          </a:p>
          <a:p>
            <a:pPr marL="0" lvl="0" indent="0" algn="l" rtl="0">
              <a:spcBef>
                <a:spcPts val="800"/>
              </a:spcBef>
              <a:spcAft>
                <a:spcPts val="0"/>
              </a:spcAft>
              <a:buNone/>
            </a:pPr>
            <a:endParaRPr b="1">
              <a:solidFill>
                <a:srgbClr val="0000FF"/>
              </a:solidFill>
            </a:endParaRPr>
          </a:p>
        </p:txBody>
      </p:sp>
      <p:sp>
        <p:nvSpPr>
          <p:cNvPr id="459" name="Google Shape;459;p60"/>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1"/>
          <p:cNvSpPr txBox="1">
            <a:spLocks noGrp="1"/>
          </p:cNvSpPr>
          <p:nvPr>
            <p:ph type="title"/>
          </p:nvPr>
        </p:nvSpPr>
        <p:spPr>
          <a:xfrm>
            <a:off x="311700" y="445025"/>
            <a:ext cx="8520600" cy="572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ru" sz="2650" b="1"/>
              <a:t>PSHA, PULA, PSHB, PULB</a:t>
            </a:r>
            <a:endParaRPr sz="2650" b="1"/>
          </a:p>
          <a:p>
            <a:pPr marL="0" lvl="0" indent="0" algn="l" rtl="0">
              <a:spcBef>
                <a:spcPts val="0"/>
              </a:spcBef>
              <a:spcAft>
                <a:spcPts val="0"/>
              </a:spcAft>
              <a:buNone/>
            </a:pPr>
            <a:endParaRPr/>
          </a:p>
        </p:txBody>
      </p:sp>
      <p:sp>
        <p:nvSpPr>
          <p:cNvPr id="465" name="Google Shape;465;p61"/>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ru"/>
              <a:t>Группа команд работы с регистром стека имеет одну особенность: при переносе числа из индексного регистра регистр стека получает на единицу меньшее значение, при обратной пересылке происходит увеличение индексного регистра.</a:t>
            </a:r>
            <a:endParaRPr/>
          </a:p>
          <a:p>
            <a:pPr marL="0" lvl="0" indent="0" algn="l" rtl="0">
              <a:spcBef>
                <a:spcPts val="800"/>
              </a:spcBef>
              <a:spcAft>
                <a:spcPts val="0"/>
              </a:spcAft>
              <a:buNone/>
            </a:pPr>
            <a:endParaRPr/>
          </a:p>
          <a:p>
            <a:pPr marL="0" lvl="0" indent="0" algn="l" rtl="0">
              <a:spcBef>
                <a:spcPts val="800"/>
              </a:spcBef>
              <a:spcAft>
                <a:spcPts val="0"/>
              </a:spcAft>
              <a:buNone/>
            </a:pPr>
            <a:r>
              <a:rPr lang="ru"/>
              <a:t> </a:t>
            </a:r>
            <a:r>
              <a:rPr lang="ru" b="1">
                <a:solidFill>
                  <a:srgbClr val="0000FF"/>
                </a:solidFill>
              </a:rPr>
              <a:t>ORG $8000 	 </a:t>
            </a:r>
            <a:endParaRPr b="1">
              <a:solidFill>
                <a:srgbClr val="0000FF"/>
              </a:solidFill>
            </a:endParaRPr>
          </a:p>
          <a:p>
            <a:pPr marL="0" lvl="0" indent="0" algn="l" rtl="0">
              <a:spcBef>
                <a:spcPts val="800"/>
              </a:spcBef>
              <a:spcAft>
                <a:spcPts val="0"/>
              </a:spcAft>
              <a:buNone/>
            </a:pPr>
            <a:r>
              <a:rPr lang="ru" b="1">
                <a:solidFill>
                  <a:srgbClr val="0000FF"/>
                </a:solidFill>
              </a:rPr>
              <a:t> LDX  #$1f0		 </a:t>
            </a:r>
            <a:endParaRPr b="1">
              <a:solidFill>
                <a:srgbClr val="0000FF"/>
              </a:solidFill>
            </a:endParaRPr>
          </a:p>
          <a:p>
            <a:pPr marL="0" lvl="0" indent="0" algn="l" rtl="0">
              <a:spcBef>
                <a:spcPts val="800"/>
              </a:spcBef>
              <a:spcAft>
                <a:spcPts val="0"/>
              </a:spcAft>
              <a:buNone/>
            </a:pPr>
            <a:r>
              <a:rPr lang="ru" b="1">
                <a:solidFill>
                  <a:srgbClr val="0000FF"/>
                </a:solidFill>
              </a:rPr>
              <a:t> TXS		</a:t>
            </a:r>
            <a:r>
              <a:rPr lang="ru" b="1">
                <a:solidFill>
                  <a:srgbClr val="188038"/>
                </a:solidFill>
              </a:rPr>
              <a:t>; скопировать значение X в SP</a:t>
            </a:r>
            <a:r>
              <a:rPr lang="ru" b="1">
                <a:solidFill>
                  <a:srgbClr val="0000FF"/>
                </a:solidFill>
              </a:rPr>
              <a:t>		</a:t>
            </a:r>
            <a:endParaRPr b="1">
              <a:solidFill>
                <a:srgbClr val="0000FF"/>
              </a:solidFill>
            </a:endParaRPr>
          </a:p>
          <a:p>
            <a:pPr marL="0" lvl="0" indent="0" algn="l" rtl="0">
              <a:spcBef>
                <a:spcPts val="800"/>
              </a:spcBef>
              <a:spcAft>
                <a:spcPts val="0"/>
              </a:spcAft>
              <a:buNone/>
            </a:pPr>
            <a:r>
              <a:rPr lang="ru" b="1">
                <a:solidFill>
                  <a:srgbClr val="0000FF"/>
                </a:solidFill>
              </a:rPr>
              <a:t> PSHA	</a:t>
            </a:r>
            <a:r>
              <a:rPr lang="ru" b="1">
                <a:solidFill>
                  <a:srgbClr val="188038"/>
                </a:solidFill>
              </a:rPr>
              <a:t>; поместить содержимое регистра A в стек </a:t>
            </a:r>
            <a:r>
              <a:rPr lang="ru" b="1">
                <a:solidFill>
                  <a:srgbClr val="0000FF"/>
                </a:solidFill>
              </a:rPr>
              <a:t>	</a:t>
            </a:r>
            <a:endParaRPr b="1">
              <a:solidFill>
                <a:srgbClr val="0000FF"/>
              </a:solidFill>
            </a:endParaRPr>
          </a:p>
          <a:p>
            <a:pPr marL="0" lvl="0" indent="0" algn="l" rtl="0">
              <a:spcBef>
                <a:spcPts val="800"/>
              </a:spcBef>
              <a:spcAft>
                <a:spcPts val="0"/>
              </a:spcAft>
              <a:buNone/>
            </a:pPr>
            <a:r>
              <a:rPr lang="ru" b="1">
                <a:solidFill>
                  <a:srgbClr val="0000FF"/>
                </a:solidFill>
              </a:rPr>
              <a:t> PSHA</a:t>
            </a:r>
            <a:endParaRPr b="1">
              <a:solidFill>
                <a:srgbClr val="0000FF"/>
              </a:solidFill>
            </a:endParaRPr>
          </a:p>
          <a:p>
            <a:pPr marL="0" lvl="0" indent="0" algn="l" rtl="0">
              <a:spcBef>
                <a:spcPts val="800"/>
              </a:spcBef>
              <a:spcAft>
                <a:spcPts val="0"/>
              </a:spcAft>
              <a:buNone/>
            </a:pPr>
            <a:r>
              <a:rPr lang="ru" b="1">
                <a:solidFill>
                  <a:srgbClr val="0000FF"/>
                </a:solidFill>
              </a:rPr>
              <a:t> PSHA</a:t>
            </a:r>
            <a:endParaRPr b="1">
              <a:solidFill>
                <a:srgbClr val="0000FF"/>
              </a:solidFill>
            </a:endParaRPr>
          </a:p>
          <a:p>
            <a:pPr marL="0" lvl="0" indent="0" algn="l" rtl="0">
              <a:spcBef>
                <a:spcPts val="800"/>
              </a:spcBef>
              <a:spcAft>
                <a:spcPts val="0"/>
              </a:spcAft>
              <a:buNone/>
            </a:pPr>
            <a:r>
              <a:rPr lang="ru" b="1">
                <a:solidFill>
                  <a:srgbClr val="0000FF"/>
                </a:solidFill>
              </a:rPr>
              <a:t> TSX		</a:t>
            </a:r>
            <a:r>
              <a:rPr lang="ru" b="1">
                <a:solidFill>
                  <a:srgbClr val="188038"/>
                </a:solidFill>
              </a:rPr>
              <a:t>; скопировать значение SP в X</a:t>
            </a:r>
            <a:r>
              <a:rPr lang="ru" b="1">
                <a:solidFill>
                  <a:srgbClr val="0000FF"/>
                </a:solidFill>
              </a:rPr>
              <a:t> </a:t>
            </a:r>
            <a:endParaRPr b="1">
              <a:solidFill>
                <a:srgbClr val="0000FF"/>
              </a:solidFill>
            </a:endParaRPr>
          </a:p>
          <a:p>
            <a:pPr marL="0" lvl="0" indent="0" algn="l" rtl="0">
              <a:spcBef>
                <a:spcPts val="800"/>
              </a:spcBef>
              <a:spcAft>
                <a:spcPts val="0"/>
              </a:spcAft>
              <a:buNone/>
            </a:pPr>
            <a:endParaRPr/>
          </a:p>
          <a:p>
            <a:pPr marL="0" lvl="0" indent="0" algn="l" rtl="0">
              <a:spcBef>
                <a:spcPts val="800"/>
              </a:spcBef>
              <a:spcAft>
                <a:spcPts val="0"/>
              </a:spcAft>
              <a:buNone/>
            </a:pPr>
            <a:endParaRPr/>
          </a:p>
        </p:txBody>
      </p:sp>
      <p:sp>
        <p:nvSpPr>
          <p:cNvPr id="466" name="Google Shape;466;p61"/>
          <p:cNvSpPr txBox="1">
            <a:spLocks noGrp="1"/>
          </p:cNvSpPr>
          <p:nvPr>
            <p:ph type="sldNum" idx="12"/>
          </p:nvPr>
        </p:nvSpPr>
        <p:spPr>
          <a:xfrm>
            <a:off x="7816983" y="270892"/>
            <a:ext cx="548700" cy="3936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fld id="{00000000-1234-1234-1234-123412341234}" type="slidenum">
              <a:rPr lang="ru"/>
              <a:t>42</a:t>
            </a:fld>
            <a:endParaRPr/>
          </a:p>
        </p:txBody>
      </p:sp>
    </p:spTree>
  </p:cSld>
  <p:clrMapOvr>
    <a:masterClrMapping/>
  </p:clrMapOvr>
</p:sld>
</file>

<file path=ppt/theme/theme1.xml><?xml version="1.0" encoding="utf-8"?>
<a:theme xmlns:a="http://schemas.openxmlformats.org/drawingml/2006/main" name="Ион">
  <a:themeElements>
    <a:clrScheme name="Другая 1">
      <a:dk1>
        <a:srgbClr val="FFFFFF"/>
      </a:dk1>
      <a:lt1>
        <a:srgbClr val="171717"/>
      </a:lt1>
      <a:dk2>
        <a:srgbClr val="FFFFFF"/>
      </a:dk2>
      <a:lt2>
        <a:srgbClr val="171717"/>
      </a:lt2>
      <a:accent1>
        <a:srgbClr val="B7CDD7"/>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3106</Words>
  <Application>Microsoft Macintosh PowerPoint</Application>
  <PresentationFormat>Экран (16:9)</PresentationFormat>
  <Paragraphs>297</Paragraphs>
  <Slides>42</Slides>
  <Notes>42</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42</vt:i4>
      </vt:variant>
    </vt:vector>
  </HeadingPairs>
  <TitlesOfParts>
    <vt:vector size="47" baseType="lpstr">
      <vt:lpstr>Times New Roman</vt:lpstr>
      <vt:lpstr>Century Gothic</vt:lpstr>
      <vt:lpstr>Noto Sans Symbols</vt:lpstr>
      <vt:lpstr>Arial</vt:lpstr>
      <vt:lpstr>Ион</vt:lpstr>
      <vt:lpstr>Введение в язык ассемблера</vt:lpstr>
      <vt:lpstr>Какие бывают ЯП</vt:lpstr>
      <vt:lpstr>Программа для вывода hello world</vt:lpstr>
      <vt:lpstr>Этапы компиляции </vt:lpstr>
      <vt:lpstr>Дополнительная информация </vt:lpstr>
      <vt:lpstr>Что такое язык ассемблера?</vt:lpstr>
      <vt:lpstr>Что такое ассемблер?</vt:lpstr>
      <vt:lpstr>Презентация PowerPoint</vt:lpstr>
      <vt:lpstr>Представление данных, биты и байты </vt:lpstr>
      <vt:lpstr>Представление данных, биты и байты</vt:lpstr>
      <vt:lpstr>Двоичная система счисления</vt:lpstr>
      <vt:lpstr>Презентация PowerPoint</vt:lpstr>
      <vt:lpstr>Шестнадцатеричная система</vt:lpstr>
      <vt:lpstr>Дополнительная информация</vt:lpstr>
      <vt:lpstr>Зачем изучать ассемблер?</vt:lpstr>
      <vt:lpstr>Что такое MC68HC11</vt:lpstr>
      <vt:lpstr>Что такое микроконтроллер </vt:lpstr>
      <vt:lpstr>Регистры </vt:lpstr>
      <vt:lpstr>Презентация PowerPoint</vt:lpstr>
      <vt:lpstr>Аккумуляторы и индексный регистр </vt:lpstr>
      <vt:lpstr>Регистр условий CCR</vt:lpstr>
      <vt:lpstr>Флаг переполнения V</vt:lpstr>
      <vt:lpstr>Флаг дополнительного переноса H  </vt:lpstr>
      <vt:lpstr>Флаг отрицательного результата N </vt:lpstr>
      <vt:lpstr>Флаг переноса С  </vt:lpstr>
      <vt:lpstr>Флаг нулевого результата Z и глобальная маска прерываний I  </vt:lpstr>
      <vt:lpstr>Регистр-указатель стека SP и программный счетчик PC</vt:lpstr>
      <vt:lpstr>Адресация </vt:lpstr>
      <vt:lpstr>Неявная адресация </vt:lpstr>
      <vt:lpstr>Непосредственная</vt:lpstr>
      <vt:lpstr>Прямая адресация</vt:lpstr>
      <vt:lpstr>Расширенная адресация  </vt:lpstr>
      <vt:lpstr>Индексная адресация  </vt:lpstr>
      <vt:lpstr>Относительная адресация   </vt:lpstr>
      <vt:lpstr>Команды пересылки данных </vt:lpstr>
      <vt:lpstr>Команды загрузки в регистр содержимого ячейки памяти</vt:lpstr>
      <vt:lpstr>TSTA, TSTB и TST</vt:lpstr>
      <vt:lpstr>CLRA, CLRB, CLR(opr)</vt:lpstr>
      <vt:lpstr>STAA, STAB, STD, STX, STY, STS </vt:lpstr>
      <vt:lpstr>TAB, ТВА, TAP, ТРА</vt:lpstr>
      <vt:lpstr>XGDX, XGDY</vt:lpstr>
      <vt:lpstr>PSHA, PULA, PSHB, PULB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Пользователь Microsoft Office</cp:lastModifiedBy>
  <cp:revision>1</cp:revision>
  <dcterms:modified xsi:type="dcterms:W3CDTF">2024-09-02T10:24:33Z</dcterms:modified>
</cp:coreProperties>
</file>